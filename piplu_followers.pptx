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Inter Light"/>
      <p:regular r:id="rId22"/>
      <p:bold r:id="rId23"/>
      <p:italic r:id="rId24"/>
      <p:boldItalic r:id="rId25"/>
    </p:embeddedFont>
    <p:embeddedFont>
      <p:font typeface="Inter SemiBold"/>
      <p:regular r:id="rId26"/>
      <p:bold r:id="rId27"/>
      <p:italic r:id="rId28"/>
      <p:boldItalic r:id="rId29"/>
    </p:embeddedFont>
    <p:embeddedFont>
      <p:font typeface="Inter"/>
      <p:regular r:id="rId30"/>
      <p:bold r:id="rId31"/>
      <p:italic r:id="rId32"/>
      <p:boldItalic r:id="rId33"/>
    </p:embeddedFont>
    <p:embeddedFont>
      <p:font typeface="GFS Didot"/>
      <p:regular r:id="rId34"/>
    </p:embeddedFont>
    <p:embeddedFont>
      <p:font typeface="Inter Medium"/>
      <p:regular r:id="rId35"/>
      <p:bold r:id="rId36"/>
      <p:italic r:id="rId37"/>
      <p:boldItalic r:id="rId38"/>
    </p:embeddedFont>
    <p:embeddedFont>
      <p:font typeface="Inter Black"/>
      <p:bold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1" roundtripDataSignature="AMtx7mhnftOAfC257LM8+kMa2Q3AfNpq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A56113-0C69-4609-9AB1-12FA9E667230}">
  <a:tblStyle styleId="{DFA56113-0C69-4609-9AB1-12FA9E66723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Black-boldItalic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font" Target="fonts/InterLight-regular.fntdata"/><Relationship Id="rId21" Type="http://schemas.openxmlformats.org/officeDocument/2006/relationships/slide" Target="slides/slide15.xml"/><Relationship Id="rId24" Type="http://schemas.openxmlformats.org/officeDocument/2006/relationships/font" Target="fonts/InterLight-italic.fntdata"/><Relationship Id="rId23" Type="http://schemas.openxmlformats.org/officeDocument/2006/relationships/font" Target="fonts/Inter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regular.fntdata"/><Relationship Id="rId25" Type="http://schemas.openxmlformats.org/officeDocument/2006/relationships/font" Target="fonts/InterLight-boldItalic.fntdata"/><Relationship Id="rId28" Type="http://schemas.openxmlformats.org/officeDocument/2006/relationships/font" Target="fonts/InterSemiBold-italic.fntdata"/><Relationship Id="rId27" Type="http://schemas.openxmlformats.org/officeDocument/2006/relationships/font" Target="fonts/Inter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.fntdata"/><Relationship Id="rId30" Type="http://schemas.openxmlformats.org/officeDocument/2006/relationships/font" Target="fonts/Inter-regular.fntdata"/><Relationship Id="rId11" Type="http://schemas.openxmlformats.org/officeDocument/2006/relationships/slide" Target="slides/slide5.xml"/><Relationship Id="rId33" Type="http://schemas.openxmlformats.org/officeDocument/2006/relationships/font" Target="fonts/Inter-boldItalic.fntdata"/><Relationship Id="rId10" Type="http://schemas.openxmlformats.org/officeDocument/2006/relationships/slide" Target="slides/slide4.xml"/><Relationship Id="rId32" Type="http://schemas.openxmlformats.org/officeDocument/2006/relationships/font" Target="fonts/Inter-italic.fntdata"/><Relationship Id="rId13" Type="http://schemas.openxmlformats.org/officeDocument/2006/relationships/slide" Target="slides/slide7.xml"/><Relationship Id="rId35" Type="http://schemas.openxmlformats.org/officeDocument/2006/relationships/font" Target="fonts/InterMedium-regular.fntdata"/><Relationship Id="rId12" Type="http://schemas.openxmlformats.org/officeDocument/2006/relationships/slide" Target="slides/slide6.xml"/><Relationship Id="rId34" Type="http://schemas.openxmlformats.org/officeDocument/2006/relationships/font" Target="fonts/GFSDidot-regular.fntdata"/><Relationship Id="rId15" Type="http://schemas.openxmlformats.org/officeDocument/2006/relationships/slide" Target="slides/slide9.xml"/><Relationship Id="rId37" Type="http://schemas.openxmlformats.org/officeDocument/2006/relationships/font" Target="fonts/InterMedium-italic.fntdata"/><Relationship Id="rId14" Type="http://schemas.openxmlformats.org/officeDocument/2006/relationships/slide" Target="slides/slide8.xml"/><Relationship Id="rId36" Type="http://schemas.openxmlformats.org/officeDocument/2006/relationships/font" Target="fonts/InterMedium-bold.fntdata"/><Relationship Id="rId17" Type="http://schemas.openxmlformats.org/officeDocument/2006/relationships/slide" Target="slides/slide11.xml"/><Relationship Id="rId39" Type="http://schemas.openxmlformats.org/officeDocument/2006/relationships/font" Target="fonts/InterBlack-bold.fntdata"/><Relationship Id="rId16" Type="http://schemas.openxmlformats.org/officeDocument/2006/relationships/slide" Target="slides/slide10.xml"/><Relationship Id="rId38" Type="http://schemas.openxmlformats.org/officeDocument/2006/relationships/font" Target="fonts/InterMedium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af2f3d49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g3af2f3d49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a60ebedb9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a60ebedb9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af2f3d49a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3af2f3d49a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a60ebedb9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a60ebedb9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a60ebedb9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a60ebedb9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a60ebedb9b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a60ebedb9b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175" y="-2125"/>
            <a:ext cx="6913800" cy="42030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Google Shape;11;p11"/>
          <p:cNvSpPr/>
          <p:nvPr/>
        </p:nvSpPr>
        <p:spPr>
          <a:xfrm rot="10800000">
            <a:off x="175" y="4198775"/>
            <a:ext cx="6913800" cy="9405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" name="Google Shape;12;p11"/>
          <p:cNvSpPr/>
          <p:nvPr/>
        </p:nvSpPr>
        <p:spPr>
          <a:xfrm rot="10800000">
            <a:off x="6914000" y="4198775"/>
            <a:ext cx="2232300" cy="9405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" name="Google Shape;13;p11"/>
          <p:cNvSpPr/>
          <p:nvPr/>
        </p:nvSpPr>
        <p:spPr>
          <a:xfrm rot="10800000">
            <a:off x="6914000" y="-2225"/>
            <a:ext cx="2232300" cy="42024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Google Shape;14;p11"/>
          <p:cNvSpPr txBox="1"/>
          <p:nvPr>
            <p:ph type="title"/>
          </p:nvPr>
        </p:nvSpPr>
        <p:spPr>
          <a:xfrm>
            <a:off x="272350" y="746550"/>
            <a:ext cx="6493800" cy="3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5" name="Google Shape;15;p11"/>
          <p:cNvSpPr txBox="1"/>
          <p:nvPr>
            <p:ph idx="1" type="subTitle"/>
          </p:nvPr>
        </p:nvSpPr>
        <p:spPr>
          <a:xfrm>
            <a:off x="272350" y="4377150"/>
            <a:ext cx="1812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" name="Google Shape;16;p11"/>
          <p:cNvSpPr txBox="1"/>
          <p:nvPr>
            <p:ph idx="2" type="subTitle"/>
          </p:nvPr>
        </p:nvSpPr>
        <p:spPr>
          <a:xfrm>
            <a:off x="7046325" y="4377150"/>
            <a:ext cx="1812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" name="Google Shape;17;p11"/>
          <p:cNvSpPr txBox="1"/>
          <p:nvPr>
            <p:ph idx="3" type="subTitle"/>
          </p:nvPr>
        </p:nvSpPr>
        <p:spPr>
          <a:xfrm>
            <a:off x="3078275" y="4377150"/>
            <a:ext cx="28740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4" type="subTitle"/>
          </p:nvPr>
        </p:nvSpPr>
        <p:spPr>
          <a:xfrm>
            <a:off x="7046325" y="244300"/>
            <a:ext cx="18129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Inter Light"/>
              <a:buNone/>
              <a:defRPr sz="26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10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/>
          <p:nvPr/>
        </p:nvSpPr>
        <p:spPr>
          <a:xfrm flipH="1" rot="10800000">
            <a:off x="-28650" y="0"/>
            <a:ext cx="3019200" cy="51564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" name="Google Shape;21;p12"/>
          <p:cNvSpPr txBox="1"/>
          <p:nvPr>
            <p:ph type="title"/>
          </p:nvPr>
        </p:nvSpPr>
        <p:spPr>
          <a:xfrm>
            <a:off x="296550" y="850675"/>
            <a:ext cx="2279700" cy="1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2" name="Google Shape;22;p12"/>
          <p:cNvSpPr txBox="1"/>
          <p:nvPr>
            <p:ph idx="1" type="subTitle"/>
          </p:nvPr>
        </p:nvSpPr>
        <p:spPr>
          <a:xfrm>
            <a:off x="3851725" y="850675"/>
            <a:ext cx="5013900" cy="40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Inter Light"/>
              <a:buNone/>
              <a:defRPr sz="22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3" name="Google Shape;23;p12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1_1">
    <p:bg>
      <p:bgPr>
        <a:solidFill>
          <a:schemeClr val="dk2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/>
          <p:nvPr/>
        </p:nvSpPr>
        <p:spPr>
          <a:xfrm>
            <a:off x="175" y="-2125"/>
            <a:ext cx="6913800" cy="42030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" name="Google Shape;27;p13"/>
          <p:cNvSpPr/>
          <p:nvPr/>
        </p:nvSpPr>
        <p:spPr>
          <a:xfrm rot="10800000">
            <a:off x="175" y="4198775"/>
            <a:ext cx="6913800" cy="9405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" name="Google Shape;28;p13"/>
          <p:cNvSpPr/>
          <p:nvPr/>
        </p:nvSpPr>
        <p:spPr>
          <a:xfrm rot="10800000">
            <a:off x="6914000" y="4198775"/>
            <a:ext cx="2232300" cy="9405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" name="Google Shape;29;p13"/>
          <p:cNvSpPr/>
          <p:nvPr/>
        </p:nvSpPr>
        <p:spPr>
          <a:xfrm rot="10800000">
            <a:off x="6914000" y="-2225"/>
            <a:ext cx="2232300" cy="42024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" name="Google Shape;30;p13"/>
          <p:cNvSpPr txBox="1"/>
          <p:nvPr>
            <p:ph type="title"/>
          </p:nvPr>
        </p:nvSpPr>
        <p:spPr>
          <a:xfrm>
            <a:off x="272350" y="213150"/>
            <a:ext cx="6493800" cy="3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1" name="Google Shape;31;p13"/>
          <p:cNvSpPr txBox="1"/>
          <p:nvPr>
            <p:ph idx="1" type="subTitle"/>
          </p:nvPr>
        </p:nvSpPr>
        <p:spPr>
          <a:xfrm>
            <a:off x="272350" y="3551131"/>
            <a:ext cx="44043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2" name="Google Shape;32;p13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" name="Google Shape;33;p13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Team 1">
  <p:cSld name="CUSTOM_1_1_1">
    <p:bg>
      <p:bgPr>
        <a:gradFill>
          <a:gsLst>
            <a:gs pos="0">
              <a:schemeClr val="accent1"/>
            </a:gs>
            <a:gs pos="72000">
              <a:schemeClr val="lt1"/>
            </a:gs>
            <a:gs pos="100000">
              <a:schemeClr val="dk2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/>
          <p:nvPr>
            <p:ph idx="2" type="pic"/>
          </p:nvPr>
        </p:nvSpPr>
        <p:spPr>
          <a:xfrm>
            <a:off x="294150" y="1381775"/>
            <a:ext cx="1258200" cy="17979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14"/>
          <p:cNvSpPr/>
          <p:nvPr>
            <p:ph idx="3" type="pic"/>
          </p:nvPr>
        </p:nvSpPr>
        <p:spPr>
          <a:xfrm>
            <a:off x="3650100" y="1381775"/>
            <a:ext cx="1258200" cy="13818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4"/>
          <p:cNvSpPr/>
          <p:nvPr>
            <p:ph idx="4" type="pic"/>
          </p:nvPr>
        </p:nvSpPr>
        <p:spPr>
          <a:xfrm>
            <a:off x="1750675" y="2340900"/>
            <a:ext cx="1457400" cy="12528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14"/>
          <p:cNvSpPr/>
          <p:nvPr>
            <p:ph idx="5" type="pic"/>
          </p:nvPr>
        </p:nvSpPr>
        <p:spPr>
          <a:xfrm>
            <a:off x="5242450" y="2340900"/>
            <a:ext cx="1779900" cy="125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14"/>
          <p:cNvSpPr/>
          <p:nvPr>
            <p:ph idx="6" type="pic"/>
          </p:nvPr>
        </p:nvSpPr>
        <p:spPr>
          <a:xfrm>
            <a:off x="7371800" y="1740600"/>
            <a:ext cx="1258200" cy="18681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4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" name="Google Shape;41;p14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14"/>
          <p:cNvSpPr txBox="1"/>
          <p:nvPr>
            <p:ph type="title"/>
          </p:nvPr>
        </p:nvSpPr>
        <p:spPr>
          <a:xfrm>
            <a:off x="284400" y="257451"/>
            <a:ext cx="85788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3" name="Google Shape;43;p14"/>
          <p:cNvSpPr txBox="1"/>
          <p:nvPr>
            <p:ph idx="1" type="subTitle"/>
          </p:nvPr>
        </p:nvSpPr>
        <p:spPr>
          <a:xfrm>
            <a:off x="294150" y="3363724"/>
            <a:ext cx="1727100" cy="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  <p:sp>
        <p:nvSpPr>
          <p:cNvPr id="44" name="Google Shape;44;p14"/>
          <p:cNvSpPr txBox="1"/>
          <p:nvPr>
            <p:ph idx="7" type="subTitle"/>
          </p:nvPr>
        </p:nvSpPr>
        <p:spPr>
          <a:xfrm>
            <a:off x="277450" y="3579300"/>
            <a:ext cx="1258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5" name="Google Shape;45;p14"/>
          <p:cNvSpPr txBox="1"/>
          <p:nvPr>
            <p:ph idx="8" type="subTitle"/>
          </p:nvPr>
        </p:nvSpPr>
        <p:spPr>
          <a:xfrm>
            <a:off x="1764575" y="3798149"/>
            <a:ext cx="1727100" cy="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  <p:sp>
        <p:nvSpPr>
          <p:cNvPr id="46" name="Google Shape;46;p14"/>
          <p:cNvSpPr txBox="1"/>
          <p:nvPr>
            <p:ph idx="9" type="subTitle"/>
          </p:nvPr>
        </p:nvSpPr>
        <p:spPr>
          <a:xfrm>
            <a:off x="1747875" y="4013725"/>
            <a:ext cx="1258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7" name="Google Shape;47;p14"/>
          <p:cNvSpPr txBox="1"/>
          <p:nvPr>
            <p:ph idx="13" type="subTitle"/>
          </p:nvPr>
        </p:nvSpPr>
        <p:spPr>
          <a:xfrm>
            <a:off x="3657350" y="2946171"/>
            <a:ext cx="1727100" cy="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  <p:sp>
        <p:nvSpPr>
          <p:cNvPr id="48" name="Google Shape;48;p14"/>
          <p:cNvSpPr txBox="1"/>
          <p:nvPr>
            <p:ph idx="14" type="subTitle"/>
          </p:nvPr>
        </p:nvSpPr>
        <p:spPr>
          <a:xfrm>
            <a:off x="3640650" y="3161747"/>
            <a:ext cx="1258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9" name="Google Shape;49;p14"/>
          <p:cNvSpPr txBox="1"/>
          <p:nvPr>
            <p:ph idx="15" type="subTitle"/>
          </p:nvPr>
        </p:nvSpPr>
        <p:spPr>
          <a:xfrm>
            <a:off x="5259150" y="3798146"/>
            <a:ext cx="1727100" cy="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  <p:sp>
        <p:nvSpPr>
          <p:cNvPr id="50" name="Google Shape;50;p14"/>
          <p:cNvSpPr txBox="1"/>
          <p:nvPr>
            <p:ph idx="16" type="subTitle"/>
          </p:nvPr>
        </p:nvSpPr>
        <p:spPr>
          <a:xfrm>
            <a:off x="5242450" y="4013722"/>
            <a:ext cx="1258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4"/>
          <p:cNvSpPr txBox="1"/>
          <p:nvPr>
            <p:ph idx="17" type="subTitle"/>
          </p:nvPr>
        </p:nvSpPr>
        <p:spPr>
          <a:xfrm>
            <a:off x="7388500" y="3798146"/>
            <a:ext cx="1727100" cy="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  <p:sp>
        <p:nvSpPr>
          <p:cNvPr id="52" name="Google Shape;52;p14"/>
          <p:cNvSpPr txBox="1"/>
          <p:nvPr>
            <p:ph idx="18" type="subTitle"/>
          </p:nvPr>
        </p:nvSpPr>
        <p:spPr>
          <a:xfrm>
            <a:off x="7371800" y="4013722"/>
            <a:ext cx="1258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 - One line title">
  <p:cSld name="CUSTOM_4">
    <p:bg>
      <p:bgPr>
        <a:gradFill>
          <a:gsLst>
            <a:gs pos="0">
              <a:schemeClr val="accent1"/>
            </a:gs>
            <a:gs pos="56000">
              <a:schemeClr val="lt1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/>
          <p:nvPr/>
        </p:nvSpPr>
        <p:spPr>
          <a:xfrm>
            <a:off x="8025" y="0"/>
            <a:ext cx="9144000" cy="137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15"/>
          <p:cNvSpPr txBox="1"/>
          <p:nvPr>
            <p:ph type="title"/>
          </p:nvPr>
        </p:nvSpPr>
        <p:spPr>
          <a:xfrm>
            <a:off x="284400" y="373625"/>
            <a:ext cx="64182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6" name="Google Shape;56;p15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1">
  <p:cSld name="BLANK_1_1_1_1_1_1_1_1_1_1_1_1_1_1_2">
    <p:bg>
      <p:bgPr>
        <a:solidFill>
          <a:schemeClr val="dk2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/>
          <p:nvPr/>
        </p:nvSpPr>
        <p:spPr>
          <a:xfrm>
            <a:off x="2175" y="-25"/>
            <a:ext cx="9144000" cy="138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284400" y="2950425"/>
            <a:ext cx="24507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61" name="Google Shape;61;p16"/>
          <p:cNvSpPr txBox="1"/>
          <p:nvPr>
            <p:ph idx="2" type="subTitle"/>
          </p:nvPr>
        </p:nvSpPr>
        <p:spPr>
          <a:xfrm>
            <a:off x="284400" y="1692116"/>
            <a:ext cx="24513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" name="Google Shape;62;p16"/>
          <p:cNvSpPr txBox="1"/>
          <p:nvPr>
            <p:ph type="title"/>
          </p:nvPr>
        </p:nvSpPr>
        <p:spPr>
          <a:xfrm>
            <a:off x="284400" y="373625"/>
            <a:ext cx="64182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63" name="Google Shape;63;p16"/>
          <p:cNvSpPr txBox="1"/>
          <p:nvPr>
            <p:ph idx="3" type="body"/>
          </p:nvPr>
        </p:nvSpPr>
        <p:spPr>
          <a:xfrm>
            <a:off x="3356096" y="2950425"/>
            <a:ext cx="24507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4" type="subTitle"/>
          </p:nvPr>
        </p:nvSpPr>
        <p:spPr>
          <a:xfrm>
            <a:off x="3356100" y="1692116"/>
            <a:ext cx="24513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5" type="body"/>
          </p:nvPr>
        </p:nvSpPr>
        <p:spPr>
          <a:xfrm>
            <a:off x="6413576" y="2950425"/>
            <a:ext cx="24507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66" name="Google Shape;66;p16"/>
          <p:cNvSpPr txBox="1"/>
          <p:nvPr>
            <p:ph idx="6" type="subTitle"/>
          </p:nvPr>
        </p:nvSpPr>
        <p:spPr>
          <a:xfrm>
            <a:off x="6413584" y="1692116"/>
            <a:ext cx="24513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6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 - Two lines title">
  <p:cSld name="CUSTOM_4_1">
    <p:bg>
      <p:bgPr>
        <a:gradFill>
          <a:gsLst>
            <a:gs pos="0">
              <a:schemeClr val="accent1"/>
            </a:gs>
            <a:gs pos="56000">
              <a:schemeClr val="lt1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/>
          <p:nvPr/>
        </p:nvSpPr>
        <p:spPr>
          <a:xfrm>
            <a:off x="8025" y="0"/>
            <a:ext cx="9144000" cy="137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17"/>
          <p:cNvSpPr txBox="1"/>
          <p:nvPr>
            <p:ph type="title"/>
          </p:nvPr>
        </p:nvSpPr>
        <p:spPr>
          <a:xfrm>
            <a:off x="284400" y="348369"/>
            <a:ext cx="6418200" cy="91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2" name="Google Shape;72;p17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 - One line title ">
  <p:cSld name="CUSTOM_4_1_1">
    <p:bg>
      <p:bgPr>
        <a:solidFill>
          <a:schemeClr val="dk2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/>
          <p:nvPr/>
        </p:nvSpPr>
        <p:spPr>
          <a:xfrm>
            <a:off x="8025" y="0"/>
            <a:ext cx="9144000" cy="137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18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8"/>
          <p:cNvSpPr txBox="1"/>
          <p:nvPr>
            <p:ph type="title"/>
          </p:nvPr>
        </p:nvSpPr>
        <p:spPr>
          <a:xfrm>
            <a:off x="284400" y="373625"/>
            <a:ext cx="64182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Speakers">
  <p:cSld name="CUSTOM_4_1_1_1_1_2">
    <p:bg>
      <p:bgPr>
        <a:solidFill>
          <a:schemeClr val="dk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/>
          <p:nvPr/>
        </p:nvSpPr>
        <p:spPr>
          <a:xfrm>
            <a:off x="6900" y="0"/>
            <a:ext cx="9137100" cy="3523200"/>
          </a:xfrm>
          <a:prstGeom prst="rect">
            <a:avLst/>
          </a:prstGeom>
          <a:gradFill>
            <a:gsLst>
              <a:gs pos="0">
                <a:schemeClr val="accent1"/>
              </a:gs>
              <a:gs pos="56000">
                <a:schemeClr val="lt1"/>
              </a:gs>
              <a:gs pos="100000">
                <a:schemeClr val="dk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19"/>
          <p:cNvSpPr/>
          <p:nvPr/>
        </p:nvSpPr>
        <p:spPr>
          <a:xfrm>
            <a:off x="0" y="2102300"/>
            <a:ext cx="9144000" cy="304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9"/>
          <p:cNvSpPr/>
          <p:nvPr>
            <p:ph idx="2" type="pic"/>
          </p:nvPr>
        </p:nvSpPr>
        <p:spPr>
          <a:xfrm>
            <a:off x="1745738" y="2376422"/>
            <a:ext cx="12690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9"/>
          <p:cNvSpPr/>
          <p:nvPr>
            <p:ph idx="3" type="pic"/>
          </p:nvPr>
        </p:nvSpPr>
        <p:spPr>
          <a:xfrm>
            <a:off x="3214088" y="2376422"/>
            <a:ext cx="12690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9"/>
          <p:cNvSpPr/>
          <p:nvPr>
            <p:ph idx="4" type="pic"/>
          </p:nvPr>
        </p:nvSpPr>
        <p:spPr>
          <a:xfrm>
            <a:off x="4677100" y="2376422"/>
            <a:ext cx="12690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9"/>
          <p:cNvSpPr/>
          <p:nvPr>
            <p:ph idx="5" type="pic"/>
          </p:nvPr>
        </p:nvSpPr>
        <p:spPr>
          <a:xfrm>
            <a:off x="6145700" y="2376422"/>
            <a:ext cx="12690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9"/>
          <p:cNvSpPr/>
          <p:nvPr>
            <p:ph idx="6" type="pic"/>
          </p:nvPr>
        </p:nvSpPr>
        <p:spPr>
          <a:xfrm>
            <a:off x="7614300" y="2376422"/>
            <a:ext cx="12690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9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9"/>
          <p:cNvSpPr txBox="1"/>
          <p:nvPr>
            <p:ph type="title"/>
          </p:nvPr>
        </p:nvSpPr>
        <p:spPr>
          <a:xfrm>
            <a:off x="284400" y="668399"/>
            <a:ext cx="85788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90" name="Google Shape;90;p19"/>
          <p:cNvSpPr txBox="1"/>
          <p:nvPr>
            <p:ph idx="1" type="subTitle"/>
          </p:nvPr>
        </p:nvSpPr>
        <p:spPr>
          <a:xfrm>
            <a:off x="284700" y="3892206"/>
            <a:ext cx="12582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1" name="Google Shape;91;p19"/>
          <p:cNvSpPr/>
          <p:nvPr>
            <p:ph idx="7" type="pic"/>
          </p:nvPr>
        </p:nvSpPr>
        <p:spPr>
          <a:xfrm>
            <a:off x="274950" y="2376422"/>
            <a:ext cx="12690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19"/>
          <p:cNvSpPr txBox="1"/>
          <p:nvPr>
            <p:ph idx="8" type="subTitle"/>
          </p:nvPr>
        </p:nvSpPr>
        <p:spPr>
          <a:xfrm>
            <a:off x="284700" y="4087691"/>
            <a:ext cx="1258200" cy="1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9" type="subTitle"/>
          </p:nvPr>
        </p:nvSpPr>
        <p:spPr>
          <a:xfrm>
            <a:off x="284675" y="4322169"/>
            <a:ext cx="1258200" cy="1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Light"/>
              <a:buNone/>
              <a:defRPr sz="9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3" type="subTitle"/>
          </p:nvPr>
        </p:nvSpPr>
        <p:spPr>
          <a:xfrm>
            <a:off x="1745775" y="3892206"/>
            <a:ext cx="12582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14" type="subTitle"/>
          </p:nvPr>
        </p:nvSpPr>
        <p:spPr>
          <a:xfrm>
            <a:off x="1745775" y="4087691"/>
            <a:ext cx="1258200" cy="1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idx="15" type="subTitle"/>
          </p:nvPr>
        </p:nvSpPr>
        <p:spPr>
          <a:xfrm>
            <a:off x="1745750" y="4322169"/>
            <a:ext cx="1258200" cy="1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Light"/>
              <a:buNone/>
              <a:defRPr sz="9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16" type="subTitle"/>
          </p:nvPr>
        </p:nvSpPr>
        <p:spPr>
          <a:xfrm>
            <a:off x="3219513" y="3892206"/>
            <a:ext cx="12582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" name="Google Shape;98;p19"/>
          <p:cNvSpPr txBox="1"/>
          <p:nvPr>
            <p:ph idx="17" type="subTitle"/>
          </p:nvPr>
        </p:nvSpPr>
        <p:spPr>
          <a:xfrm>
            <a:off x="3219513" y="4087691"/>
            <a:ext cx="1258200" cy="1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18" type="subTitle"/>
          </p:nvPr>
        </p:nvSpPr>
        <p:spPr>
          <a:xfrm>
            <a:off x="3219488" y="4322169"/>
            <a:ext cx="1258200" cy="1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Light"/>
              <a:buNone/>
              <a:defRPr sz="9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9"/>
          <p:cNvSpPr txBox="1"/>
          <p:nvPr>
            <p:ph idx="19" type="subTitle"/>
          </p:nvPr>
        </p:nvSpPr>
        <p:spPr>
          <a:xfrm>
            <a:off x="4683950" y="3892206"/>
            <a:ext cx="12582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9"/>
          <p:cNvSpPr txBox="1"/>
          <p:nvPr>
            <p:ph idx="20" type="subTitle"/>
          </p:nvPr>
        </p:nvSpPr>
        <p:spPr>
          <a:xfrm>
            <a:off x="4683950" y="4087691"/>
            <a:ext cx="1258200" cy="1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21" type="subTitle"/>
          </p:nvPr>
        </p:nvSpPr>
        <p:spPr>
          <a:xfrm>
            <a:off x="4683925" y="4322169"/>
            <a:ext cx="1258200" cy="1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Light"/>
              <a:buNone/>
              <a:defRPr sz="9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" name="Google Shape;103;p19"/>
          <p:cNvSpPr txBox="1"/>
          <p:nvPr>
            <p:ph idx="22" type="subTitle"/>
          </p:nvPr>
        </p:nvSpPr>
        <p:spPr>
          <a:xfrm>
            <a:off x="6148375" y="3892206"/>
            <a:ext cx="12582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" name="Google Shape;104;p19"/>
          <p:cNvSpPr txBox="1"/>
          <p:nvPr>
            <p:ph idx="23" type="subTitle"/>
          </p:nvPr>
        </p:nvSpPr>
        <p:spPr>
          <a:xfrm>
            <a:off x="6148375" y="4087691"/>
            <a:ext cx="1258200" cy="1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9"/>
          <p:cNvSpPr txBox="1"/>
          <p:nvPr>
            <p:ph idx="24" type="subTitle"/>
          </p:nvPr>
        </p:nvSpPr>
        <p:spPr>
          <a:xfrm>
            <a:off x="6148350" y="4322169"/>
            <a:ext cx="1258200" cy="1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Light"/>
              <a:buNone/>
              <a:defRPr sz="9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19"/>
          <p:cNvSpPr txBox="1"/>
          <p:nvPr>
            <p:ph idx="25" type="subTitle"/>
          </p:nvPr>
        </p:nvSpPr>
        <p:spPr>
          <a:xfrm>
            <a:off x="7612800" y="3892206"/>
            <a:ext cx="12582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" name="Google Shape;107;p19"/>
          <p:cNvSpPr txBox="1"/>
          <p:nvPr>
            <p:ph idx="26" type="subTitle"/>
          </p:nvPr>
        </p:nvSpPr>
        <p:spPr>
          <a:xfrm>
            <a:off x="7612800" y="4087691"/>
            <a:ext cx="1258200" cy="1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" name="Google Shape;108;p19"/>
          <p:cNvSpPr txBox="1"/>
          <p:nvPr>
            <p:ph idx="27" type="subTitle"/>
          </p:nvPr>
        </p:nvSpPr>
        <p:spPr>
          <a:xfrm>
            <a:off x="7612775" y="4322169"/>
            <a:ext cx="1258200" cy="1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Light"/>
              <a:buNone/>
              <a:defRPr sz="9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7 - One line title ">
  <p:cSld name="CUSTOM_4_1_1_1_1_1_2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284400" y="373625"/>
            <a:ext cx="64182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1" name="Google Shape;111;p20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7 - Long title">
  <p:cSld name="CUSTOM_4_1_1_1_1_1_1">
    <p:bg>
      <p:bgPr>
        <a:solidFill>
          <a:schemeClr val="dk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/>
          <p:nvPr/>
        </p:nvSpPr>
        <p:spPr>
          <a:xfrm>
            <a:off x="6900" y="0"/>
            <a:ext cx="9137100" cy="5143500"/>
          </a:xfrm>
          <a:prstGeom prst="rect">
            <a:avLst/>
          </a:prstGeom>
          <a:gradFill>
            <a:gsLst>
              <a:gs pos="0">
                <a:schemeClr val="accent1"/>
              </a:gs>
              <a:gs pos="56000">
                <a:schemeClr val="lt1"/>
              </a:gs>
              <a:gs pos="100000">
                <a:schemeClr val="dk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2844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1"/>
          <p:cNvSpPr txBox="1"/>
          <p:nvPr>
            <p:ph idx="1" type="subTitle"/>
          </p:nvPr>
        </p:nvSpPr>
        <p:spPr>
          <a:xfrm>
            <a:off x="284400" y="531600"/>
            <a:ext cx="4255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21"/>
          <p:cNvSpPr txBox="1"/>
          <p:nvPr>
            <p:ph idx="2" type="subTitle"/>
          </p:nvPr>
        </p:nvSpPr>
        <p:spPr>
          <a:xfrm>
            <a:off x="3026399" y="4388244"/>
            <a:ext cx="12054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21"/>
          <p:cNvSpPr txBox="1"/>
          <p:nvPr>
            <p:ph type="title"/>
          </p:nvPr>
        </p:nvSpPr>
        <p:spPr>
          <a:xfrm>
            <a:off x="3168497" y="3693228"/>
            <a:ext cx="17655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9pPr>
          </a:lstStyle>
          <a:p/>
        </p:txBody>
      </p:sp>
      <p:sp>
        <p:nvSpPr>
          <p:cNvPr id="120" name="Google Shape;120;p21"/>
          <p:cNvSpPr txBox="1"/>
          <p:nvPr>
            <p:ph idx="3" type="title"/>
          </p:nvPr>
        </p:nvSpPr>
        <p:spPr>
          <a:xfrm>
            <a:off x="276528" y="832767"/>
            <a:ext cx="6417900" cy="17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b="1"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9pPr>
          </a:lstStyle>
          <a:p/>
        </p:txBody>
      </p:sp>
      <p:sp>
        <p:nvSpPr>
          <p:cNvPr id="121" name="Google Shape;121;p21"/>
          <p:cNvSpPr txBox="1"/>
          <p:nvPr>
            <p:ph idx="4" type="title"/>
          </p:nvPr>
        </p:nvSpPr>
        <p:spPr>
          <a:xfrm>
            <a:off x="4822300" y="3693225"/>
            <a:ext cx="18804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9pPr>
          </a:lstStyle>
          <a:p/>
        </p:txBody>
      </p:sp>
      <p:sp>
        <p:nvSpPr>
          <p:cNvPr id="122" name="Google Shape;122;p21"/>
          <p:cNvSpPr txBox="1"/>
          <p:nvPr>
            <p:ph idx="5" type="subTitle"/>
          </p:nvPr>
        </p:nvSpPr>
        <p:spPr>
          <a:xfrm>
            <a:off x="4880113" y="4388244"/>
            <a:ext cx="12054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3" name="Google Shape;123;p21"/>
          <p:cNvSpPr txBox="1"/>
          <p:nvPr>
            <p:ph idx="6" type="subTitle"/>
          </p:nvPr>
        </p:nvSpPr>
        <p:spPr>
          <a:xfrm>
            <a:off x="176425" y="3754475"/>
            <a:ext cx="1994700" cy="98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7" type="subTitle"/>
          </p:nvPr>
        </p:nvSpPr>
        <p:spPr>
          <a:xfrm>
            <a:off x="6641100" y="3863375"/>
            <a:ext cx="25029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8" type="subTitle"/>
          </p:nvPr>
        </p:nvSpPr>
        <p:spPr>
          <a:xfrm>
            <a:off x="7728975" y="3863375"/>
            <a:ext cx="14151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idx="9" type="subTitle"/>
          </p:nvPr>
        </p:nvSpPr>
        <p:spPr>
          <a:xfrm>
            <a:off x="7067246" y="4307825"/>
            <a:ext cx="20769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27" name="Google Shape;127;p21"/>
          <p:cNvSpPr txBox="1"/>
          <p:nvPr>
            <p:ph idx="13" type="subTitle"/>
          </p:nvPr>
        </p:nvSpPr>
        <p:spPr>
          <a:xfrm>
            <a:off x="4933999" y="747975"/>
            <a:ext cx="39864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21"/>
          <p:cNvSpPr txBox="1"/>
          <p:nvPr>
            <p:ph idx="14" type="subTitle"/>
          </p:nvPr>
        </p:nvSpPr>
        <p:spPr>
          <a:xfrm>
            <a:off x="5157668" y="1229975"/>
            <a:ext cx="39864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21"/>
          <p:cNvSpPr txBox="1"/>
          <p:nvPr>
            <p:ph idx="15" type="subTitle"/>
          </p:nvPr>
        </p:nvSpPr>
        <p:spPr>
          <a:xfrm>
            <a:off x="4934004" y="1229970"/>
            <a:ext cx="39864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21"/>
          <p:cNvSpPr txBox="1"/>
          <p:nvPr>
            <p:ph idx="16" type="subTitle"/>
          </p:nvPr>
        </p:nvSpPr>
        <p:spPr>
          <a:xfrm>
            <a:off x="5157668" y="1527600"/>
            <a:ext cx="39864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21"/>
          <p:cNvSpPr txBox="1"/>
          <p:nvPr>
            <p:ph idx="17" type="subTitle"/>
          </p:nvPr>
        </p:nvSpPr>
        <p:spPr>
          <a:xfrm>
            <a:off x="4933999" y="1527600"/>
            <a:ext cx="39864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2" name="Google Shape;132;p21"/>
          <p:cNvSpPr txBox="1"/>
          <p:nvPr>
            <p:ph idx="18" type="subTitle"/>
          </p:nvPr>
        </p:nvSpPr>
        <p:spPr>
          <a:xfrm>
            <a:off x="5157668" y="1831200"/>
            <a:ext cx="39864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" name="Google Shape;133;p21"/>
          <p:cNvSpPr txBox="1"/>
          <p:nvPr>
            <p:ph idx="19" type="subTitle"/>
          </p:nvPr>
        </p:nvSpPr>
        <p:spPr>
          <a:xfrm>
            <a:off x="4933999" y="1831200"/>
            <a:ext cx="39864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21"/>
          <p:cNvSpPr txBox="1"/>
          <p:nvPr>
            <p:ph idx="20" type="title"/>
          </p:nvPr>
        </p:nvSpPr>
        <p:spPr>
          <a:xfrm>
            <a:off x="276528" y="1138207"/>
            <a:ext cx="6417900" cy="17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Light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CUSTOM_6_1">
    <p:bg>
      <p:bgPr>
        <a:gradFill>
          <a:gsLst>
            <a:gs pos="0">
              <a:schemeClr val="accent1"/>
            </a:gs>
            <a:gs pos="56000">
              <a:schemeClr val="lt1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/>
          <p:nvPr/>
        </p:nvSpPr>
        <p:spPr>
          <a:xfrm>
            <a:off x="0" y="2074125"/>
            <a:ext cx="9144000" cy="306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22"/>
          <p:cNvSpPr txBox="1"/>
          <p:nvPr>
            <p:ph type="title"/>
          </p:nvPr>
        </p:nvSpPr>
        <p:spPr>
          <a:xfrm>
            <a:off x="288150" y="2601375"/>
            <a:ext cx="6417900" cy="241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Light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2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" name="Google Shape;139;p22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Findings">
  <p:cSld name="CUSTOM_7_1_1_1">
    <p:bg>
      <p:bgPr>
        <a:solidFill>
          <a:schemeClr val="dk2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2" name="Google Shape;142;p23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3"/>
          <p:cNvSpPr/>
          <p:nvPr/>
        </p:nvSpPr>
        <p:spPr>
          <a:xfrm>
            <a:off x="-6550" y="-1100"/>
            <a:ext cx="3714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" name="Google Shape;144;p23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23"/>
          <p:cNvSpPr txBox="1"/>
          <p:nvPr>
            <p:ph type="title"/>
          </p:nvPr>
        </p:nvSpPr>
        <p:spPr>
          <a:xfrm>
            <a:off x="277450" y="923825"/>
            <a:ext cx="29877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9pPr>
          </a:lstStyle>
          <a:p/>
        </p:txBody>
      </p:sp>
      <p:sp>
        <p:nvSpPr>
          <p:cNvPr id="146" name="Google Shape;146;p23"/>
          <p:cNvSpPr txBox="1"/>
          <p:nvPr>
            <p:ph idx="1" type="subTitle"/>
          </p:nvPr>
        </p:nvSpPr>
        <p:spPr>
          <a:xfrm>
            <a:off x="277450" y="615150"/>
            <a:ext cx="2987700" cy="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2" type="subTitle"/>
          </p:nvPr>
        </p:nvSpPr>
        <p:spPr>
          <a:xfrm>
            <a:off x="4013550" y="561373"/>
            <a:ext cx="2987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3" type="subTitle"/>
          </p:nvPr>
        </p:nvSpPr>
        <p:spPr>
          <a:xfrm>
            <a:off x="4341300" y="1082075"/>
            <a:ext cx="4849500" cy="10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49" name="Google Shape;149;p23"/>
          <p:cNvSpPr txBox="1"/>
          <p:nvPr>
            <p:ph idx="4" type="title"/>
          </p:nvPr>
        </p:nvSpPr>
        <p:spPr>
          <a:xfrm>
            <a:off x="6797450" y="2617100"/>
            <a:ext cx="17655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9pPr>
          </a:lstStyle>
          <a:p/>
        </p:txBody>
      </p:sp>
      <p:sp>
        <p:nvSpPr>
          <p:cNvPr id="150" name="Google Shape;150;p23"/>
          <p:cNvSpPr txBox="1"/>
          <p:nvPr>
            <p:ph idx="5" type="title"/>
          </p:nvPr>
        </p:nvSpPr>
        <p:spPr>
          <a:xfrm>
            <a:off x="4189575" y="2617100"/>
            <a:ext cx="17655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9pPr>
          </a:lstStyle>
          <a:p/>
        </p:txBody>
      </p:sp>
      <p:sp>
        <p:nvSpPr>
          <p:cNvPr id="151" name="Google Shape;151;p23"/>
          <p:cNvSpPr txBox="1"/>
          <p:nvPr>
            <p:ph idx="6" type="subTitle"/>
          </p:nvPr>
        </p:nvSpPr>
        <p:spPr>
          <a:xfrm>
            <a:off x="3999850" y="4176775"/>
            <a:ext cx="21381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52" name="Google Shape;152;p23"/>
          <p:cNvSpPr txBox="1"/>
          <p:nvPr>
            <p:ph idx="7" type="subTitle"/>
          </p:nvPr>
        </p:nvSpPr>
        <p:spPr>
          <a:xfrm>
            <a:off x="4189575" y="3348875"/>
            <a:ext cx="17655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53" name="Google Shape;153;p23"/>
          <p:cNvSpPr txBox="1"/>
          <p:nvPr>
            <p:ph idx="8" type="subTitle"/>
          </p:nvPr>
        </p:nvSpPr>
        <p:spPr>
          <a:xfrm>
            <a:off x="6797450" y="3348875"/>
            <a:ext cx="17655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54" name="Google Shape;154;p23"/>
          <p:cNvSpPr txBox="1"/>
          <p:nvPr>
            <p:ph idx="9" type="subTitle"/>
          </p:nvPr>
        </p:nvSpPr>
        <p:spPr>
          <a:xfrm>
            <a:off x="4053900" y="1082075"/>
            <a:ext cx="486000" cy="10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55" name="Google Shape;155;p23"/>
          <p:cNvSpPr txBox="1"/>
          <p:nvPr>
            <p:ph idx="13" type="subTitle"/>
          </p:nvPr>
        </p:nvSpPr>
        <p:spPr>
          <a:xfrm>
            <a:off x="4341300" y="1460445"/>
            <a:ext cx="4849500" cy="10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4" type="subTitle"/>
          </p:nvPr>
        </p:nvSpPr>
        <p:spPr>
          <a:xfrm>
            <a:off x="4053900" y="1460445"/>
            <a:ext cx="486000" cy="10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57" name="Google Shape;157;p23"/>
          <p:cNvSpPr txBox="1"/>
          <p:nvPr>
            <p:ph idx="15" type="subTitle"/>
          </p:nvPr>
        </p:nvSpPr>
        <p:spPr>
          <a:xfrm>
            <a:off x="4341300" y="1840801"/>
            <a:ext cx="4849500" cy="10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idx="16" type="subTitle"/>
          </p:nvPr>
        </p:nvSpPr>
        <p:spPr>
          <a:xfrm>
            <a:off x="4053900" y="1840801"/>
            <a:ext cx="486000" cy="10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59" name="Google Shape;159;p23"/>
          <p:cNvSpPr txBox="1"/>
          <p:nvPr>
            <p:ph idx="17" type="subTitle"/>
          </p:nvPr>
        </p:nvSpPr>
        <p:spPr>
          <a:xfrm>
            <a:off x="6539262" y="3947400"/>
            <a:ext cx="12576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60" name="Google Shape;160;p23"/>
          <p:cNvSpPr txBox="1"/>
          <p:nvPr>
            <p:ph idx="18" type="subTitle"/>
          </p:nvPr>
        </p:nvSpPr>
        <p:spPr>
          <a:xfrm>
            <a:off x="7801698" y="3947400"/>
            <a:ext cx="12576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61" name="Google Shape;161;p23"/>
          <p:cNvSpPr txBox="1"/>
          <p:nvPr>
            <p:ph idx="19" type="subTitle"/>
          </p:nvPr>
        </p:nvSpPr>
        <p:spPr>
          <a:xfrm>
            <a:off x="6533000" y="4482875"/>
            <a:ext cx="25200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Header">
  <p:cSld name="CUSTOM_2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" name="Google Shape;164;p24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24"/>
          <p:cNvSpPr txBox="1"/>
          <p:nvPr>
            <p:ph idx="1" type="subTitle"/>
          </p:nvPr>
        </p:nvSpPr>
        <p:spPr>
          <a:xfrm>
            <a:off x="194920" y="2643283"/>
            <a:ext cx="49836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166" name="Google Shape;166;p24"/>
          <p:cNvSpPr txBox="1"/>
          <p:nvPr>
            <p:ph idx="2" type="subTitle"/>
          </p:nvPr>
        </p:nvSpPr>
        <p:spPr>
          <a:xfrm>
            <a:off x="474545" y="3125283"/>
            <a:ext cx="49836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67" name="Google Shape;167;p24"/>
          <p:cNvSpPr txBox="1"/>
          <p:nvPr>
            <p:ph idx="3" type="subTitle"/>
          </p:nvPr>
        </p:nvSpPr>
        <p:spPr>
          <a:xfrm>
            <a:off x="194920" y="3125283"/>
            <a:ext cx="49836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68" name="Google Shape;168;p24"/>
          <p:cNvSpPr txBox="1"/>
          <p:nvPr>
            <p:ph idx="4" type="subTitle"/>
          </p:nvPr>
        </p:nvSpPr>
        <p:spPr>
          <a:xfrm>
            <a:off x="474545" y="3422908"/>
            <a:ext cx="49836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69" name="Google Shape;169;p24"/>
          <p:cNvSpPr txBox="1"/>
          <p:nvPr>
            <p:ph idx="5" type="subTitle"/>
          </p:nvPr>
        </p:nvSpPr>
        <p:spPr>
          <a:xfrm>
            <a:off x="194920" y="3422908"/>
            <a:ext cx="49836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70" name="Google Shape;170;p24"/>
          <p:cNvSpPr txBox="1"/>
          <p:nvPr>
            <p:ph idx="6" type="subTitle"/>
          </p:nvPr>
        </p:nvSpPr>
        <p:spPr>
          <a:xfrm>
            <a:off x="474545" y="3726508"/>
            <a:ext cx="49836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71" name="Google Shape;171;p24"/>
          <p:cNvSpPr txBox="1"/>
          <p:nvPr>
            <p:ph idx="7" type="subTitle"/>
          </p:nvPr>
        </p:nvSpPr>
        <p:spPr>
          <a:xfrm>
            <a:off x="194920" y="3726508"/>
            <a:ext cx="49836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72" name="Google Shape;172;p24"/>
          <p:cNvSpPr txBox="1"/>
          <p:nvPr>
            <p:ph idx="8" type="subTitle"/>
          </p:nvPr>
        </p:nvSpPr>
        <p:spPr>
          <a:xfrm>
            <a:off x="284400" y="531600"/>
            <a:ext cx="4255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4"/>
          <p:cNvSpPr txBox="1"/>
          <p:nvPr>
            <p:ph type="title"/>
          </p:nvPr>
        </p:nvSpPr>
        <p:spPr>
          <a:xfrm>
            <a:off x="276526" y="832771"/>
            <a:ext cx="42069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b="1"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9pPr>
          </a:lstStyle>
          <a:p/>
        </p:txBody>
      </p:sp>
      <p:sp>
        <p:nvSpPr>
          <p:cNvPr id="174" name="Google Shape;174;p24"/>
          <p:cNvSpPr txBox="1"/>
          <p:nvPr>
            <p:ph idx="9" type="title"/>
          </p:nvPr>
        </p:nvSpPr>
        <p:spPr>
          <a:xfrm>
            <a:off x="276525" y="1138205"/>
            <a:ext cx="60132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Light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75" name="Google Shape;175;p24"/>
          <p:cNvSpPr txBox="1"/>
          <p:nvPr>
            <p:ph idx="13" type="subTitle"/>
          </p:nvPr>
        </p:nvSpPr>
        <p:spPr>
          <a:xfrm>
            <a:off x="6289775" y="3863375"/>
            <a:ext cx="49836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76" name="Google Shape;176;p24"/>
          <p:cNvSpPr txBox="1"/>
          <p:nvPr>
            <p:ph idx="14" type="subTitle"/>
          </p:nvPr>
        </p:nvSpPr>
        <p:spPr>
          <a:xfrm>
            <a:off x="7377650" y="3863375"/>
            <a:ext cx="49836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77" name="Google Shape;177;p24"/>
          <p:cNvSpPr txBox="1"/>
          <p:nvPr>
            <p:ph idx="15" type="subTitle"/>
          </p:nvPr>
        </p:nvSpPr>
        <p:spPr>
          <a:xfrm>
            <a:off x="6715919" y="4307825"/>
            <a:ext cx="49836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78" name="Google Shape;178;p24"/>
          <p:cNvSpPr txBox="1"/>
          <p:nvPr>
            <p:ph idx="16" type="subTitle"/>
          </p:nvPr>
        </p:nvSpPr>
        <p:spPr>
          <a:xfrm>
            <a:off x="4209333" y="4565962"/>
            <a:ext cx="12054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79" name="Google Shape;179;p24"/>
          <p:cNvSpPr txBox="1"/>
          <p:nvPr>
            <p:ph idx="17" type="title"/>
          </p:nvPr>
        </p:nvSpPr>
        <p:spPr>
          <a:xfrm>
            <a:off x="4168502" y="3828450"/>
            <a:ext cx="17655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9pPr>
          </a:lstStyle>
          <a:p/>
        </p:txBody>
      </p:sp>
      <p:sp>
        <p:nvSpPr>
          <p:cNvPr id="180" name="Google Shape;180;p24"/>
          <p:cNvSpPr txBox="1"/>
          <p:nvPr>
            <p:ph idx="18" type="subTitle"/>
          </p:nvPr>
        </p:nvSpPr>
        <p:spPr>
          <a:xfrm>
            <a:off x="4122034" y="2405891"/>
            <a:ext cx="15519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81" name="Google Shape;181;p24"/>
          <p:cNvSpPr txBox="1"/>
          <p:nvPr>
            <p:ph idx="19" type="subTitle"/>
          </p:nvPr>
        </p:nvSpPr>
        <p:spPr>
          <a:xfrm>
            <a:off x="6766059" y="2140666"/>
            <a:ext cx="1994700" cy="98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_1">
    <p:bg>
      <p:bgPr>
        <a:solidFill>
          <a:schemeClr val="dk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/>
          <p:nvPr>
            <p:ph idx="1" type="subTitle"/>
          </p:nvPr>
        </p:nvSpPr>
        <p:spPr>
          <a:xfrm>
            <a:off x="284400" y="2149316"/>
            <a:ext cx="24513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25"/>
          <p:cNvSpPr txBox="1"/>
          <p:nvPr>
            <p:ph idx="2" type="subTitle"/>
          </p:nvPr>
        </p:nvSpPr>
        <p:spPr>
          <a:xfrm>
            <a:off x="3356100" y="2149316"/>
            <a:ext cx="24513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25"/>
          <p:cNvSpPr txBox="1"/>
          <p:nvPr>
            <p:ph idx="3" type="subTitle"/>
          </p:nvPr>
        </p:nvSpPr>
        <p:spPr>
          <a:xfrm>
            <a:off x="6413584" y="2149316"/>
            <a:ext cx="24513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5"/>
          <p:cNvSpPr txBox="1"/>
          <p:nvPr>
            <p:ph idx="4" type="body"/>
          </p:nvPr>
        </p:nvSpPr>
        <p:spPr>
          <a:xfrm>
            <a:off x="284400" y="2950425"/>
            <a:ext cx="24507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87" name="Google Shape;187;p25"/>
          <p:cNvSpPr txBox="1"/>
          <p:nvPr>
            <p:ph idx="5" type="body"/>
          </p:nvPr>
        </p:nvSpPr>
        <p:spPr>
          <a:xfrm>
            <a:off x="3356096" y="2950425"/>
            <a:ext cx="24507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88" name="Google Shape;188;p25"/>
          <p:cNvSpPr txBox="1"/>
          <p:nvPr>
            <p:ph idx="6" type="body"/>
          </p:nvPr>
        </p:nvSpPr>
        <p:spPr>
          <a:xfrm>
            <a:off x="6413576" y="2950425"/>
            <a:ext cx="24507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89" name="Google Shape;189;p25"/>
          <p:cNvSpPr/>
          <p:nvPr/>
        </p:nvSpPr>
        <p:spPr>
          <a:xfrm>
            <a:off x="2175" y="-25"/>
            <a:ext cx="9144000" cy="174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" name="Google Shape;190;p25"/>
          <p:cNvSpPr txBox="1"/>
          <p:nvPr>
            <p:ph type="title"/>
          </p:nvPr>
        </p:nvSpPr>
        <p:spPr>
          <a:xfrm>
            <a:off x="284400" y="828727"/>
            <a:ext cx="64182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91" name="Google Shape;191;p25"/>
          <p:cNvSpPr txBox="1"/>
          <p:nvPr>
            <p:ph idx="7" type="subTitle"/>
          </p:nvPr>
        </p:nvSpPr>
        <p:spPr>
          <a:xfrm>
            <a:off x="284400" y="531600"/>
            <a:ext cx="4255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5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25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CUSTOM_20_1_1">
    <p:bg>
      <p:bgPr>
        <a:solidFill>
          <a:schemeClr val="dk2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/>
          <p:nvPr/>
        </p:nvSpPr>
        <p:spPr>
          <a:xfrm>
            <a:off x="2175" y="-25"/>
            <a:ext cx="9144000" cy="174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26"/>
          <p:cNvSpPr txBox="1"/>
          <p:nvPr>
            <p:ph idx="1" type="subTitle"/>
          </p:nvPr>
        </p:nvSpPr>
        <p:spPr>
          <a:xfrm>
            <a:off x="284400" y="2149316"/>
            <a:ext cx="24513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6"/>
          <p:cNvSpPr txBox="1"/>
          <p:nvPr>
            <p:ph idx="2" type="subTitle"/>
          </p:nvPr>
        </p:nvSpPr>
        <p:spPr>
          <a:xfrm>
            <a:off x="3356100" y="2149316"/>
            <a:ext cx="24513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26"/>
          <p:cNvSpPr txBox="1"/>
          <p:nvPr>
            <p:ph idx="3" type="subTitle"/>
          </p:nvPr>
        </p:nvSpPr>
        <p:spPr>
          <a:xfrm>
            <a:off x="6413575" y="2149325"/>
            <a:ext cx="24513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9" name="Google Shape;199;p26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Google Shape;200;p26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6"/>
          <p:cNvSpPr txBox="1"/>
          <p:nvPr>
            <p:ph type="title"/>
          </p:nvPr>
        </p:nvSpPr>
        <p:spPr>
          <a:xfrm>
            <a:off x="284400" y="828727"/>
            <a:ext cx="64182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02" name="Google Shape;202;p26"/>
          <p:cNvSpPr txBox="1"/>
          <p:nvPr>
            <p:ph idx="4" type="subTitle"/>
          </p:nvPr>
        </p:nvSpPr>
        <p:spPr>
          <a:xfrm>
            <a:off x="284400" y="531600"/>
            <a:ext cx="4255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6"/>
          <p:cNvSpPr txBox="1"/>
          <p:nvPr>
            <p:ph idx="5" type="body"/>
          </p:nvPr>
        </p:nvSpPr>
        <p:spPr>
          <a:xfrm>
            <a:off x="277450" y="4432425"/>
            <a:ext cx="24513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4" name="Google Shape;204;p26"/>
          <p:cNvSpPr txBox="1"/>
          <p:nvPr>
            <p:ph idx="6" type="subTitle"/>
          </p:nvPr>
        </p:nvSpPr>
        <p:spPr>
          <a:xfrm>
            <a:off x="277450" y="3941600"/>
            <a:ext cx="23925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05" name="Google Shape;205;p26"/>
          <p:cNvSpPr txBox="1"/>
          <p:nvPr>
            <p:ph idx="7" type="subTitle"/>
          </p:nvPr>
        </p:nvSpPr>
        <p:spPr>
          <a:xfrm>
            <a:off x="284700" y="3798725"/>
            <a:ext cx="23925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26"/>
          <p:cNvSpPr txBox="1"/>
          <p:nvPr>
            <p:ph idx="8" type="body"/>
          </p:nvPr>
        </p:nvSpPr>
        <p:spPr>
          <a:xfrm>
            <a:off x="3348563" y="4432425"/>
            <a:ext cx="24513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7" name="Google Shape;207;p26"/>
          <p:cNvSpPr txBox="1"/>
          <p:nvPr>
            <p:ph idx="9" type="subTitle"/>
          </p:nvPr>
        </p:nvSpPr>
        <p:spPr>
          <a:xfrm>
            <a:off x="3348563" y="3941600"/>
            <a:ext cx="23925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08" name="Google Shape;208;p26"/>
          <p:cNvSpPr txBox="1"/>
          <p:nvPr>
            <p:ph idx="13" type="subTitle"/>
          </p:nvPr>
        </p:nvSpPr>
        <p:spPr>
          <a:xfrm>
            <a:off x="3355813" y="3798725"/>
            <a:ext cx="23925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6"/>
          <p:cNvSpPr txBox="1"/>
          <p:nvPr>
            <p:ph idx="14" type="body"/>
          </p:nvPr>
        </p:nvSpPr>
        <p:spPr>
          <a:xfrm>
            <a:off x="6434538" y="4432425"/>
            <a:ext cx="24513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10" name="Google Shape;210;p26"/>
          <p:cNvSpPr txBox="1"/>
          <p:nvPr>
            <p:ph idx="15" type="subTitle"/>
          </p:nvPr>
        </p:nvSpPr>
        <p:spPr>
          <a:xfrm>
            <a:off x="6434538" y="3941600"/>
            <a:ext cx="23925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11" name="Google Shape;211;p26"/>
          <p:cNvSpPr txBox="1"/>
          <p:nvPr>
            <p:ph idx="16" type="subTitle"/>
          </p:nvPr>
        </p:nvSpPr>
        <p:spPr>
          <a:xfrm>
            <a:off x="6441788" y="3798725"/>
            <a:ext cx="23925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1">
  <p:cSld name="CUSTOM_19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/>
          <p:nvPr/>
        </p:nvSpPr>
        <p:spPr>
          <a:xfrm rot="10800000">
            <a:off x="2994200" y="-1500"/>
            <a:ext cx="3078000" cy="25770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" name="Google Shape;214;p27"/>
          <p:cNvSpPr/>
          <p:nvPr/>
        </p:nvSpPr>
        <p:spPr>
          <a:xfrm>
            <a:off x="6073500" y="2574000"/>
            <a:ext cx="3074700" cy="25695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" name="Google Shape;215;p27"/>
          <p:cNvSpPr/>
          <p:nvPr/>
        </p:nvSpPr>
        <p:spPr>
          <a:xfrm rot="5400000">
            <a:off x="6324925" y="-250900"/>
            <a:ext cx="2569500" cy="30747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27"/>
          <p:cNvSpPr/>
          <p:nvPr/>
        </p:nvSpPr>
        <p:spPr>
          <a:xfrm rot="-5400000">
            <a:off x="3253050" y="2320675"/>
            <a:ext cx="2568600" cy="30741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27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8" name="Google Shape;218;p27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27"/>
          <p:cNvSpPr txBox="1"/>
          <p:nvPr>
            <p:ph type="title"/>
          </p:nvPr>
        </p:nvSpPr>
        <p:spPr>
          <a:xfrm>
            <a:off x="284400" y="1253833"/>
            <a:ext cx="23730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20" name="Google Shape;220;p27"/>
          <p:cNvSpPr txBox="1"/>
          <p:nvPr>
            <p:ph idx="1" type="subTitle"/>
          </p:nvPr>
        </p:nvSpPr>
        <p:spPr>
          <a:xfrm>
            <a:off x="284400" y="877725"/>
            <a:ext cx="23730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3">
  <p:cSld name="CUSTOM_19_1_1_2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p28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28"/>
          <p:cNvSpPr txBox="1"/>
          <p:nvPr>
            <p:ph idx="1" type="subTitle"/>
          </p:nvPr>
        </p:nvSpPr>
        <p:spPr>
          <a:xfrm>
            <a:off x="284400" y="531600"/>
            <a:ext cx="4255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28"/>
          <p:cNvSpPr txBox="1"/>
          <p:nvPr>
            <p:ph type="title"/>
          </p:nvPr>
        </p:nvSpPr>
        <p:spPr>
          <a:xfrm>
            <a:off x="284400" y="828725"/>
            <a:ext cx="42555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6" name="Google Shape;226;p28"/>
          <p:cNvSpPr txBox="1"/>
          <p:nvPr>
            <p:ph idx="2" type="body"/>
          </p:nvPr>
        </p:nvSpPr>
        <p:spPr>
          <a:xfrm>
            <a:off x="284700" y="3003739"/>
            <a:ext cx="39297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27" name="Google Shape;227;p28"/>
          <p:cNvSpPr txBox="1"/>
          <p:nvPr>
            <p:ph idx="3" type="body"/>
          </p:nvPr>
        </p:nvSpPr>
        <p:spPr>
          <a:xfrm>
            <a:off x="284700" y="1702121"/>
            <a:ext cx="39297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28" name="Google Shape;228;p28"/>
          <p:cNvSpPr txBox="1"/>
          <p:nvPr>
            <p:ph idx="4" type="body"/>
          </p:nvPr>
        </p:nvSpPr>
        <p:spPr>
          <a:xfrm>
            <a:off x="6461050" y="3446400"/>
            <a:ext cx="2395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29" name="Google Shape;229;p28"/>
          <p:cNvSpPr txBox="1"/>
          <p:nvPr>
            <p:ph idx="5" type="subTitle"/>
          </p:nvPr>
        </p:nvSpPr>
        <p:spPr>
          <a:xfrm>
            <a:off x="6458825" y="3045908"/>
            <a:ext cx="23958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0" name="Google Shape;230;p28"/>
          <p:cNvSpPr txBox="1"/>
          <p:nvPr>
            <p:ph idx="6" type="body"/>
          </p:nvPr>
        </p:nvSpPr>
        <p:spPr>
          <a:xfrm>
            <a:off x="6459638" y="1001054"/>
            <a:ext cx="2395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31" name="Google Shape;231;p28"/>
          <p:cNvSpPr txBox="1"/>
          <p:nvPr>
            <p:ph idx="7" type="subTitle"/>
          </p:nvPr>
        </p:nvSpPr>
        <p:spPr>
          <a:xfrm>
            <a:off x="6457413" y="600561"/>
            <a:ext cx="23958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2" name="Google Shape;232;p28"/>
          <p:cNvSpPr txBox="1"/>
          <p:nvPr>
            <p:ph idx="8" type="subTitle"/>
          </p:nvPr>
        </p:nvSpPr>
        <p:spPr>
          <a:xfrm>
            <a:off x="2436894" y="3751933"/>
            <a:ext cx="2092500" cy="13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233" name="Google Shape;233;p28"/>
          <p:cNvSpPr txBox="1"/>
          <p:nvPr>
            <p:ph idx="9" type="subTitle"/>
          </p:nvPr>
        </p:nvSpPr>
        <p:spPr>
          <a:xfrm>
            <a:off x="268019" y="3751933"/>
            <a:ext cx="1729500" cy="13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234" name="Google Shape;234;p28"/>
          <p:cNvSpPr txBox="1"/>
          <p:nvPr>
            <p:ph idx="13" type="subTitle"/>
          </p:nvPr>
        </p:nvSpPr>
        <p:spPr>
          <a:xfrm>
            <a:off x="284400" y="3514525"/>
            <a:ext cx="17751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28"/>
          <p:cNvSpPr txBox="1"/>
          <p:nvPr>
            <p:ph idx="14" type="subTitle"/>
          </p:nvPr>
        </p:nvSpPr>
        <p:spPr>
          <a:xfrm>
            <a:off x="2446325" y="3514525"/>
            <a:ext cx="17751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items">
  <p:cSld name="CUSTOM_19_1_1_1_2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/>
          <p:nvPr/>
        </p:nvSpPr>
        <p:spPr>
          <a:xfrm flipH="1" rot="10800000">
            <a:off x="-28650" y="0"/>
            <a:ext cx="3019200" cy="51564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29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29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0" name="Google Shape;240;p29"/>
          <p:cNvSpPr txBox="1"/>
          <p:nvPr>
            <p:ph type="title"/>
          </p:nvPr>
        </p:nvSpPr>
        <p:spPr>
          <a:xfrm>
            <a:off x="284400" y="1253833"/>
            <a:ext cx="23730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1" name="Google Shape;241;p29"/>
          <p:cNvSpPr txBox="1"/>
          <p:nvPr>
            <p:ph idx="1" type="subTitle"/>
          </p:nvPr>
        </p:nvSpPr>
        <p:spPr>
          <a:xfrm>
            <a:off x="284400" y="877725"/>
            <a:ext cx="23730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29"/>
          <p:cNvSpPr txBox="1"/>
          <p:nvPr>
            <p:ph idx="2" type="body"/>
          </p:nvPr>
        </p:nvSpPr>
        <p:spPr>
          <a:xfrm>
            <a:off x="5759125" y="3838034"/>
            <a:ext cx="2691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43" name="Google Shape;243;p29"/>
          <p:cNvSpPr txBox="1"/>
          <p:nvPr>
            <p:ph idx="3" type="body"/>
          </p:nvPr>
        </p:nvSpPr>
        <p:spPr>
          <a:xfrm>
            <a:off x="5759125" y="2881253"/>
            <a:ext cx="2691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44" name="Google Shape;244;p29"/>
          <p:cNvSpPr txBox="1"/>
          <p:nvPr>
            <p:ph idx="4" type="body"/>
          </p:nvPr>
        </p:nvSpPr>
        <p:spPr>
          <a:xfrm>
            <a:off x="5759125" y="1924478"/>
            <a:ext cx="2691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45" name="Google Shape;245;p29"/>
          <p:cNvSpPr txBox="1"/>
          <p:nvPr>
            <p:ph idx="5" type="body"/>
          </p:nvPr>
        </p:nvSpPr>
        <p:spPr>
          <a:xfrm>
            <a:off x="5759125" y="967703"/>
            <a:ext cx="2691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46" name="Google Shape;246;p29"/>
          <p:cNvSpPr txBox="1"/>
          <p:nvPr>
            <p:ph idx="6" type="subTitle"/>
          </p:nvPr>
        </p:nvSpPr>
        <p:spPr>
          <a:xfrm>
            <a:off x="3562875" y="967700"/>
            <a:ext cx="14286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9"/>
          <p:cNvSpPr txBox="1"/>
          <p:nvPr>
            <p:ph idx="7" type="subTitle"/>
          </p:nvPr>
        </p:nvSpPr>
        <p:spPr>
          <a:xfrm>
            <a:off x="3562875" y="1924475"/>
            <a:ext cx="14286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9"/>
          <p:cNvSpPr txBox="1"/>
          <p:nvPr>
            <p:ph idx="8" type="subTitle"/>
          </p:nvPr>
        </p:nvSpPr>
        <p:spPr>
          <a:xfrm>
            <a:off x="3562875" y="2881250"/>
            <a:ext cx="14286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9"/>
          <p:cNvSpPr txBox="1"/>
          <p:nvPr>
            <p:ph idx="9" type="subTitle"/>
          </p:nvPr>
        </p:nvSpPr>
        <p:spPr>
          <a:xfrm>
            <a:off x="3562875" y="3838025"/>
            <a:ext cx="14286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6">
  <p:cSld name="CUSTOM_19_1_1_1_1_1_2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0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30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30"/>
          <p:cNvSpPr txBox="1"/>
          <p:nvPr>
            <p:ph idx="1" type="subTitle"/>
          </p:nvPr>
        </p:nvSpPr>
        <p:spPr>
          <a:xfrm>
            <a:off x="284400" y="531600"/>
            <a:ext cx="4255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30"/>
          <p:cNvSpPr txBox="1"/>
          <p:nvPr>
            <p:ph type="title"/>
          </p:nvPr>
        </p:nvSpPr>
        <p:spPr>
          <a:xfrm>
            <a:off x="284400" y="828725"/>
            <a:ext cx="42555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5" name="Google Shape;255;p30"/>
          <p:cNvSpPr txBox="1"/>
          <p:nvPr>
            <p:ph idx="2" type="body"/>
          </p:nvPr>
        </p:nvSpPr>
        <p:spPr>
          <a:xfrm>
            <a:off x="279675" y="3500203"/>
            <a:ext cx="23958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56" name="Google Shape;256;p30"/>
          <p:cNvSpPr txBox="1"/>
          <p:nvPr>
            <p:ph idx="3" type="subTitle"/>
          </p:nvPr>
        </p:nvSpPr>
        <p:spPr>
          <a:xfrm>
            <a:off x="277438" y="3118564"/>
            <a:ext cx="23958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57" name="Google Shape;257;p30"/>
          <p:cNvSpPr txBox="1"/>
          <p:nvPr>
            <p:ph idx="4" type="body"/>
          </p:nvPr>
        </p:nvSpPr>
        <p:spPr>
          <a:xfrm>
            <a:off x="3345250" y="3500203"/>
            <a:ext cx="23958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58" name="Google Shape;258;p30"/>
          <p:cNvSpPr txBox="1"/>
          <p:nvPr>
            <p:ph idx="5" type="subTitle"/>
          </p:nvPr>
        </p:nvSpPr>
        <p:spPr>
          <a:xfrm>
            <a:off x="3343013" y="3118564"/>
            <a:ext cx="23958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59" name="Google Shape;259;p30"/>
          <p:cNvSpPr txBox="1"/>
          <p:nvPr>
            <p:ph idx="6" type="body"/>
          </p:nvPr>
        </p:nvSpPr>
        <p:spPr>
          <a:xfrm>
            <a:off x="6413050" y="3500203"/>
            <a:ext cx="23958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60" name="Google Shape;260;p30"/>
          <p:cNvSpPr txBox="1"/>
          <p:nvPr>
            <p:ph idx="7" type="subTitle"/>
          </p:nvPr>
        </p:nvSpPr>
        <p:spPr>
          <a:xfrm>
            <a:off x="6410813" y="3118564"/>
            <a:ext cx="23958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1" name="Google Shape;261;p30"/>
          <p:cNvSpPr txBox="1"/>
          <p:nvPr>
            <p:ph idx="8" type="body"/>
          </p:nvPr>
        </p:nvSpPr>
        <p:spPr>
          <a:xfrm>
            <a:off x="284700" y="1702121"/>
            <a:ext cx="39297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62" name="Google Shape;262;p30"/>
          <p:cNvSpPr txBox="1"/>
          <p:nvPr>
            <p:ph idx="9" type="body"/>
          </p:nvPr>
        </p:nvSpPr>
        <p:spPr>
          <a:xfrm>
            <a:off x="4936000" y="927350"/>
            <a:ext cx="3929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63" name="Google Shape;263;p30"/>
          <p:cNvSpPr txBox="1"/>
          <p:nvPr>
            <p:ph idx="13" type="subTitle"/>
          </p:nvPr>
        </p:nvSpPr>
        <p:spPr>
          <a:xfrm>
            <a:off x="4936000" y="1486039"/>
            <a:ext cx="16467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4" name="Google Shape;264;p30"/>
          <p:cNvSpPr txBox="1"/>
          <p:nvPr>
            <p:ph idx="14" type="subTitle"/>
          </p:nvPr>
        </p:nvSpPr>
        <p:spPr>
          <a:xfrm>
            <a:off x="4926575" y="1612925"/>
            <a:ext cx="13920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5" name="Google Shape;265;p30"/>
          <p:cNvSpPr txBox="1"/>
          <p:nvPr>
            <p:ph idx="15" type="subTitle"/>
          </p:nvPr>
        </p:nvSpPr>
        <p:spPr>
          <a:xfrm>
            <a:off x="6537700" y="1486039"/>
            <a:ext cx="16467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6" name="Google Shape;266;p30"/>
          <p:cNvSpPr txBox="1"/>
          <p:nvPr>
            <p:ph idx="16" type="subTitle"/>
          </p:nvPr>
        </p:nvSpPr>
        <p:spPr>
          <a:xfrm>
            <a:off x="6528275" y="1612925"/>
            <a:ext cx="13920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8">
  <p:cSld name="CUSTOM_19_1_1_1_1_1_1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Google Shape;269;p31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1"/>
          <p:cNvSpPr txBox="1"/>
          <p:nvPr>
            <p:ph idx="1" type="subTitle"/>
          </p:nvPr>
        </p:nvSpPr>
        <p:spPr>
          <a:xfrm>
            <a:off x="284400" y="531600"/>
            <a:ext cx="4255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1" name="Google Shape;271;p31"/>
          <p:cNvSpPr txBox="1"/>
          <p:nvPr>
            <p:ph type="title"/>
          </p:nvPr>
        </p:nvSpPr>
        <p:spPr>
          <a:xfrm>
            <a:off x="284400" y="828725"/>
            <a:ext cx="42555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2" name="Google Shape;272;p31"/>
          <p:cNvSpPr txBox="1"/>
          <p:nvPr>
            <p:ph idx="2" type="body"/>
          </p:nvPr>
        </p:nvSpPr>
        <p:spPr>
          <a:xfrm>
            <a:off x="284700" y="1702121"/>
            <a:ext cx="39297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3" name="Google Shape;273;p31"/>
          <p:cNvSpPr txBox="1"/>
          <p:nvPr>
            <p:ph idx="3" type="body"/>
          </p:nvPr>
        </p:nvSpPr>
        <p:spPr>
          <a:xfrm>
            <a:off x="279675" y="3500203"/>
            <a:ext cx="23958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4" name="Google Shape;274;p31"/>
          <p:cNvSpPr txBox="1"/>
          <p:nvPr>
            <p:ph idx="4" type="subTitle"/>
          </p:nvPr>
        </p:nvSpPr>
        <p:spPr>
          <a:xfrm>
            <a:off x="277438" y="3118564"/>
            <a:ext cx="23958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5" name="Google Shape;275;p31"/>
          <p:cNvSpPr txBox="1"/>
          <p:nvPr>
            <p:ph idx="5" type="body"/>
          </p:nvPr>
        </p:nvSpPr>
        <p:spPr>
          <a:xfrm>
            <a:off x="3345250" y="3500203"/>
            <a:ext cx="23958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6" name="Google Shape;276;p31"/>
          <p:cNvSpPr txBox="1"/>
          <p:nvPr>
            <p:ph idx="6" type="subTitle"/>
          </p:nvPr>
        </p:nvSpPr>
        <p:spPr>
          <a:xfrm>
            <a:off x="3343013" y="3118564"/>
            <a:ext cx="23958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7" name="Google Shape;277;p31"/>
          <p:cNvSpPr txBox="1"/>
          <p:nvPr>
            <p:ph idx="7" type="subTitle"/>
          </p:nvPr>
        </p:nvSpPr>
        <p:spPr>
          <a:xfrm>
            <a:off x="6465150" y="3948989"/>
            <a:ext cx="16467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8" name="Google Shape;278;p31"/>
          <p:cNvSpPr txBox="1"/>
          <p:nvPr>
            <p:ph idx="8" type="subTitle"/>
          </p:nvPr>
        </p:nvSpPr>
        <p:spPr>
          <a:xfrm>
            <a:off x="6455725" y="4075875"/>
            <a:ext cx="13920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9" name="Google Shape;279;p31"/>
          <p:cNvSpPr txBox="1"/>
          <p:nvPr>
            <p:ph idx="9" type="subTitle"/>
          </p:nvPr>
        </p:nvSpPr>
        <p:spPr>
          <a:xfrm>
            <a:off x="6474575" y="2749851"/>
            <a:ext cx="16467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0" name="Google Shape;280;p31"/>
          <p:cNvSpPr txBox="1"/>
          <p:nvPr>
            <p:ph idx="13" type="subTitle"/>
          </p:nvPr>
        </p:nvSpPr>
        <p:spPr>
          <a:xfrm>
            <a:off x="6465150" y="2876738"/>
            <a:ext cx="13920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1" name="Google Shape;281;p31"/>
          <p:cNvSpPr txBox="1"/>
          <p:nvPr>
            <p:ph idx="14" type="subTitle"/>
          </p:nvPr>
        </p:nvSpPr>
        <p:spPr>
          <a:xfrm>
            <a:off x="6469863" y="1550714"/>
            <a:ext cx="16467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2" name="Google Shape;282;p31"/>
          <p:cNvSpPr txBox="1"/>
          <p:nvPr>
            <p:ph idx="15" type="subTitle"/>
          </p:nvPr>
        </p:nvSpPr>
        <p:spPr>
          <a:xfrm>
            <a:off x="6460438" y="1677600"/>
            <a:ext cx="13920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3" name="Google Shape;283;p31"/>
          <p:cNvSpPr txBox="1"/>
          <p:nvPr>
            <p:ph idx="16" type="body"/>
          </p:nvPr>
        </p:nvSpPr>
        <p:spPr>
          <a:xfrm>
            <a:off x="6455725" y="927350"/>
            <a:ext cx="2409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86" name="Google Shape;286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1" name="Google Shape;29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4" name="Google Shape;294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5" name="Google Shape;295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00" name="Google Shape;300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05" name="Google Shape;305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06" name="Google Shape;306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1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/>
        </p:txBody>
      </p:sp>
      <p:sp>
        <p:nvSpPr>
          <p:cNvPr id="311" name="Google Shape;311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6" name="Google Shape;316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7" name="Google Shape;317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8" name="Google Shape;318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3" name="Google Shape;323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4" name="Google Shape;324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27" name="Google Shape;327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8" name="Google Shape;328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9" name="Google Shape;329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0" name="Google Shape;330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3" name="Google Shape;333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4" name="Google Shape;334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35" name="Google Shape;335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6" name="Google Shape;336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7" name="Google Shape;337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8" name="Google Shape;338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1" name="Google Shape;341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2" name="Google Shape;342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3" name="Google Shape;343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4" name="Google Shape;344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45" name="Google Shape;345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6" name="Google Shape;346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7" name="Google Shape;347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8" name="Google Shape;348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1" name="Google Shape;351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4" name="Google Shape;354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7" name="Google Shape;35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8" name="Google Shape;358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9" name="Google Shape;359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2" name="Google Shape;362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5" name="Google Shape;365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7" name="Google Shape;367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8" name="Google Shape;368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9" name="Google Shape;369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0" name="Google Shape;370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6" name="Google Shape;376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7" name="Google Shape;377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9" name="Google Shape;379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0" name="Google Shape;380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1" name="Google Shape;381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3" name="Google Shape;383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43" Type="http://schemas.openxmlformats.org/officeDocument/2006/relationships/theme" Target="../theme/theme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228600" y="1783150"/>
            <a:ext cx="6480300" cy="30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Inter"/>
              <a:buChar char="■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pos="5585">
          <p15:clr>
            <a:srgbClr val="E46962"/>
          </p15:clr>
        </p15:guide>
        <p15:guide id="3" orient="horz" pos="870">
          <p15:clr>
            <a:srgbClr val="E46962"/>
          </p15:clr>
        </p15:guide>
        <p15:guide id="4" pos="1497">
          <p15:clr>
            <a:srgbClr val="E46962"/>
          </p15:clr>
        </p15:guide>
        <p15:guide id="5" pos="1541">
          <p15:clr>
            <a:srgbClr val="E46962"/>
          </p15:clr>
        </p15:guide>
        <p15:guide id="6" pos="2860">
          <p15:clr>
            <a:srgbClr val="E46962"/>
          </p15:clr>
        </p15:guide>
        <p15:guide id="7" pos="2900">
          <p15:clr>
            <a:srgbClr val="E46962"/>
          </p15:clr>
        </p15:guide>
        <p15:guide id="8" pos="4222">
          <p15:clr>
            <a:srgbClr val="E46962"/>
          </p15:clr>
        </p15:guide>
        <p15:guide id="9" pos="4262">
          <p15:clr>
            <a:srgbClr val="E46962"/>
          </p15:clr>
        </p15:guide>
        <p15:guide id="10" orient="horz" pos="154">
          <p15:clr>
            <a:srgbClr val="E46962"/>
          </p15:clr>
        </p15:guide>
        <p15:guide id="11" orient="horz" pos="306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"/>
          <p:cNvSpPr txBox="1"/>
          <p:nvPr>
            <p:ph type="title"/>
          </p:nvPr>
        </p:nvSpPr>
        <p:spPr>
          <a:xfrm>
            <a:off x="277450" y="847275"/>
            <a:ext cx="6035700" cy="20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5600"/>
              <a:t>Data Science Final Presentation</a:t>
            </a:r>
            <a:endParaRPr sz="5600"/>
          </a:p>
        </p:txBody>
      </p:sp>
      <p:sp>
        <p:nvSpPr>
          <p:cNvPr id="389" name="Google Shape;389;p1"/>
          <p:cNvSpPr txBox="1"/>
          <p:nvPr>
            <p:ph idx="1" type="subTitle"/>
          </p:nvPr>
        </p:nvSpPr>
        <p:spPr>
          <a:xfrm>
            <a:off x="277450" y="4377075"/>
            <a:ext cx="6391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b="1" lang="en" sz="1500"/>
              <a:t>Group : Piplu Followers 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 sz="1200"/>
              <a:t>Ritvik Shekhar, Divyanshu Yadav, Aditya Malik, Shivam Kumar Jha, Ridhhin Grover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"/>
          <p:cNvSpPr txBox="1"/>
          <p:nvPr>
            <p:ph type="title"/>
          </p:nvPr>
        </p:nvSpPr>
        <p:spPr>
          <a:xfrm>
            <a:off x="100050" y="483725"/>
            <a:ext cx="2457000" cy="1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Dataset Features</a:t>
            </a:r>
            <a:endParaRPr/>
          </a:p>
        </p:txBody>
      </p:sp>
      <p:sp>
        <p:nvSpPr>
          <p:cNvPr id="395" name="Google Shape;395;p2"/>
          <p:cNvSpPr txBox="1"/>
          <p:nvPr>
            <p:ph idx="1" type="subTitle"/>
          </p:nvPr>
        </p:nvSpPr>
        <p:spPr>
          <a:xfrm>
            <a:off x="3298300" y="896025"/>
            <a:ext cx="5611200" cy="26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Rows</a:t>
            </a:r>
            <a:r>
              <a:rPr lang="en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- 253680 ( individual records)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Columns</a:t>
            </a:r>
            <a:r>
              <a:rPr lang="en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- 22 ( Health and lifestyle features)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Data points</a:t>
            </a:r>
            <a:r>
              <a:rPr lang="en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- 5.58 million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X axis</a:t>
            </a:r>
            <a:r>
              <a:rPr lang="en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- 22 independent identity and health parameters 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Y axis</a:t>
            </a:r>
            <a:r>
              <a:rPr lang="en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- Binary response for predicting the diabetes status (target variable - 0 or 1)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Duplicate Rows - 24206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 Type - int64</a:t>
            </a:r>
            <a:endParaRPr sz="1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6" name="Google Shape;396;p2"/>
          <p:cNvSpPr txBox="1"/>
          <p:nvPr/>
        </p:nvSpPr>
        <p:spPr>
          <a:xfrm>
            <a:off x="0" y="2963600"/>
            <a:ext cx="3003600" cy="11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: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CDC Diabetes Health Indicators from the UC Irvine Machine Learning Repository</a:t>
            </a:r>
            <a:endParaRPr b="1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7" name="Google Shape;397;p2"/>
          <p:cNvCxnSpPr/>
          <p:nvPr/>
        </p:nvCxnSpPr>
        <p:spPr>
          <a:xfrm>
            <a:off x="198650" y="208725"/>
            <a:ext cx="6747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"/>
          <p:cNvSpPr txBox="1"/>
          <p:nvPr>
            <p:ph type="title"/>
          </p:nvPr>
        </p:nvSpPr>
        <p:spPr>
          <a:xfrm>
            <a:off x="277450" y="1647500"/>
            <a:ext cx="2552400" cy="1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403" name="Google Shape;403;p3"/>
          <p:cNvSpPr txBox="1"/>
          <p:nvPr>
            <p:ph idx="1" type="subTitle"/>
          </p:nvPr>
        </p:nvSpPr>
        <p:spPr>
          <a:xfrm>
            <a:off x="3547375" y="1188200"/>
            <a:ext cx="48405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1300">
                <a:latin typeface="Inter"/>
                <a:ea typeface="Inter"/>
                <a:cs typeface="Inter"/>
                <a:sym typeface="Inter"/>
              </a:rPr>
              <a:t>This structured dataset is used to analyze the adults of the US population having diabetes subject to health parameters with a particular individual’s demographics and lifestyle habits.</a:t>
            </a:r>
            <a:endParaRPr sz="13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3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1300">
                <a:latin typeface="Inter"/>
                <a:ea typeface="Inter"/>
                <a:cs typeface="Inter"/>
                <a:sym typeface="Inter"/>
              </a:rPr>
              <a:t>By applying appropriate statistical techniques such as EDA on health data, helps in determining the appropriate machine learning algorithms to be applied which will eventually lead to obtaining relevant inferences for a person to likely have diabetes based on parameters defined above.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04" name="Google Shape;404;p3"/>
          <p:cNvCxnSpPr/>
          <p:nvPr/>
        </p:nvCxnSpPr>
        <p:spPr>
          <a:xfrm>
            <a:off x="242175" y="208725"/>
            <a:ext cx="6747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"/>
          <p:cNvSpPr txBox="1"/>
          <p:nvPr>
            <p:ph type="title"/>
          </p:nvPr>
        </p:nvSpPr>
        <p:spPr>
          <a:xfrm>
            <a:off x="57125" y="1590650"/>
            <a:ext cx="2818500" cy="1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Hypothesis Testing</a:t>
            </a:r>
            <a:endParaRPr/>
          </a:p>
        </p:txBody>
      </p:sp>
      <p:cxnSp>
        <p:nvCxnSpPr>
          <p:cNvPr id="410" name="Google Shape;410;p4"/>
          <p:cNvCxnSpPr/>
          <p:nvPr/>
        </p:nvCxnSpPr>
        <p:spPr>
          <a:xfrm>
            <a:off x="242175" y="208725"/>
            <a:ext cx="6747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411" name="Google Shape;411;p4"/>
          <p:cNvGraphicFramePr/>
          <p:nvPr/>
        </p:nvGraphicFramePr>
        <p:xfrm>
          <a:off x="3160325" y="49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{DFA56113-0C69-4609-9AB1-12FA9E667230}</a:tableStyleId>
              </a:tblPr>
              <a:tblGrid>
                <a:gridCol w="1849550"/>
                <a:gridCol w="1849550"/>
                <a:gridCol w="1849550"/>
              </a:tblGrid>
              <a:tr h="359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Test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Ho vs H1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Reject H0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</a:tr>
              <a:tr h="477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/>
                        <a:t>Welch T test</a:t>
                      </a:r>
                      <a:endParaRPr sz="85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/>
                        <a:t>H0 : mean BMI</a:t>
                      </a:r>
                      <a:endParaRPr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/>
                        <a:t>H1: mean differs</a:t>
                      </a:r>
                      <a:endParaRPr sz="85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" sz="850" u="none" cap="none" strike="noStrike">
                          <a:solidFill>
                            <a:srgbClr val="00B000"/>
                          </a:solidFill>
                        </a:rPr>
                        <a:t>True</a:t>
                      </a:r>
                      <a:endParaRPr b="1" sz="850" u="none" cap="none" strike="noStrike">
                        <a:solidFill>
                          <a:srgbClr val="00B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77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/>
                        <a:t>Chi squared</a:t>
                      </a:r>
                      <a:endParaRPr sz="85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/>
                        <a:t>H0 : Identical GenHealth identical groups</a:t>
                      </a:r>
                      <a:endParaRPr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/>
                        <a:t>H1 : Groups differ</a:t>
                      </a:r>
                      <a:endParaRPr sz="85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" sz="850" u="none" cap="none" strike="noStrike">
                          <a:solidFill>
                            <a:srgbClr val="00B000"/>
                          </a:solidFill>
                        </a:rPr>
                        <a:t>True</a:t>
                      </a:r>
                      <a:endParaRPr b="1" sz="850" u="none" cap="none" strike="noStrike">
                        <a:solidFill>
                          <a:srgbClr val="00B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77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/>
                        <a:t>Chi squared</a:t>
                      </a:r>
                      <a:endParaRPr sz="85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/>
                        <a:t>H0 : Smoker independent of diabetes</a:t>
                      </a:r>
                      <a:endParaRPr sz="8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/>
                        <a:t>H1 : Associated with diabetes </a:t>
                      </a:r>
                      <a:endParaRPr sz="85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" sz="850" u="none" cap="none" strike="noStrike">
                          <a:solidFill>
                            <a:srgbClr val="00B000"/>
                          </a:solidFill>
                        </a:rPr>
                        <a:t>True</a:t>
                      </a:r>
                      <a:endParaRPr b="1" sz="850" u="none" cap="none" strike="noStrike">
                        <a:solidFill>
                          <a:srgbClr val="00B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77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/>
                        <a:t>Chi squared</a:t>
                      </a:r>
                      <a:endParaRPr sz="85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H0: PhysActivity independent of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H1: PhysActivity associated with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" sz="850" u="none" cap="none" strike="noStrike">
                          <a:solidFill>
                            <a:srgbClr val="00B000"/>
                          </a:solidFill>
                        </a:rPr>
                        <a:t>True</a:t>
                      </a:r>
                      <a:endParaRPr b="1" sz="850" u="none" cap="none" strike="noStrike">
                        <a:solidFill>
                          <a:srgbClr val="00B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77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/>
                        <a:t>Chi squared</a:t>
                      </a:r>
                      <a:endParaRPr sz="85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H0: HighBP independent of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H1: HighBP associated with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" sz="850" u="none" cap="none" strike="noStrike">
                          <a:solidFill>
                            <a:srgbClr val="00B000"/>
                          </a:solidFill>
                        </a:rPr>
                        <a:t>True</a:t>
                      </a:r>
                      <a:endParaRPr b="1" sz="850" u="none" cap="none" strike="noStrike">
                        <a:solidFill>
                          <a:srgbClr val="00B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77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/>
                        <a:t>Chi squared</a:t>
                      </a:r>
                      <a:endParaRPr sz="85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H0: HighChol independent of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H1: HighChol associated with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" sz="850" u="none" cap="none" strike="noStrike">
                          <a:solidFill>
                            <a:srgbClr val="00B000"/>
                          </a:solidFill>
                        </a:rPr>
                        <a:t>True</a:t>
                      </a:r>
                      <a:endParaRPr b="1" sz="850" u="none" cap="none" strike="noStrike">
                        <a:solidFill>
                          <a:srgbClr val="00B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"/>
          <p:cNvSpPr txBox="1"/>
          <p:nvPr>
            <p:ph type="title"/>
          </p:nvPr>
        </p:nvSpPr>
        <p:spPr>
          <a:xfrm>
            <a:off x="108825" y="1800675"/>
            <a:ext cx="25926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000"/>
              <a:t>Fruits and veggies are both part of a </a:t>
            </a:r>
            <a:r>
              <a:rPr lang="en" sz="2000">
                <a:solidFill>
                  <a:srgbClr val="02B101"/>
                </a:solidFill>
              </a:rPr>
              <a:t>healthy</a:t>
            </a:r>
            <a:r>
              <a:rPr lang="en" sz="2000"/>
              <a:t> diet </a:t>
            </a:r>
            <a:endParaRPr sz="2000"/>
          </a:p>
        </p:txBody>
      </p:sp>
      <p:cxnSp>
        <p:nvCxnSpPr>
          <p:cNvPr id="417" name="Google Shape;417;p5"/>
          <p:cNvCxnSpPr/>
          <p:nvPr/>
        </p:nvCxnSpPr>
        <p:spPr>
          <a:xfrm>
            <a:off x="242175" y="208725"/>
            <a:ext cx="6747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418" name="Google Shape;418;p5"/>
          <p:cNvGraphicFramePr/>
          <p:nvPr/>
        </p:nvGraphicFramePr>
        <p:xfrm>
          <a:off x="3160325" y="505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{DFA56113-0C69-4609-9AB1-12FA9E667230}</a:tableStyleId>
              </a:tblPr>
              <a:tblGrid>
                <a:gridCol w="1849550"/>
                <a:gridCol w="1849550"/>
                <a:gridCol w="2074450"/>
              </a:tblGrid>
              <a:tr h="477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/>
                        <a:t>Chi squared</a:t>
                      </a:r>
                      <a:endParaRPr sz="85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H0: HeartDiseaseorAttack independent of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H1: HeartDiseaseorAttack associated with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" sz="850" u="none" cap="none" strike="noStrike">
                          <a:solidFill>
                            <a:srgbClr val="00B000"/>
                          </a:solidFill>
                        </a:rPr>
                        <a:t>True</a:t>
                      </a:r>
                      <a:endParaRPr b="1" sz="850" u="none" cap="none" strike="noStrike">
                        <a:solidFill>
                          <a:srgbClr val="00B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/>
                        <a:t>Chi squared</a:t>
                      </a:r>
                      <a:endParaRPr sz="85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H0: Sex independent of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H1: Sex associated with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" sz="850" u="none" cap="none" strike="noStrike">
                          <a:solidFill>
                            <a:srgbClr val="00B000"/>
                          </a:solidFill>
                        </a:rPr>
                        <a:t>True</a:t>
                      </a:r>
                      <a:endParaRPr b="1" sz="850" u="none" cap="none" strike="noStrike">
                        <a:solidFill>
                          <a:srgbClr val="00B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/>
                        <a:t>Chi squared</a:t>
                      </a:r>
                      <a:endParaRPr sz="85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H0: Income independent of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H1: Income associated with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" sz="850" u="none" cap="none" strike="noStrike">
                          <a:solidFill>
                            <a:srgbClr val="00B000"/>
                          </a:solidFill>
                        </a:rPr>
                        <a:t>True</a:t>
                      </a:r>
                      <a:endParaRPr b="1" sz="850" u="none" cap="none" strike="noStrike">
                        <a:solidFill>
                          <a:srgbClr val="00B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/>
                        <a:t>Chi squared</a:t>
                      </a:r>
                      <a:endParaRPr sz="85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H0: Education independent of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H1: Education associated with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" sz="850" u="none" cap="none" strike="noStrike">
                          <a:solidFill>
                            <a:srgbClr val="00B000"/>
                          </a:solidFill>
                        </a:rPr>
                        <a:t>True</a:t>
                      </a:r>
                      <a:endParaRPr b="1" sz="850" u="none" cap="none" strike="noStrike">
                        <a:solidFill>
                          <a:srgbClr val="00B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/>
                        <a:t>Chi squared</a:t>
                      </a:r>
                      <a:endParaRPr sz="85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H0: Fruits independent of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H1: Fruits associated with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" sz="850" u="none" cap="none" strike="noStrike">
                          <a:solidFill>
                            <a:srgbClr val="00B000"/>
                          </a:solidFill>
                        </a:rPr>
                        <a:t>True</a:t>
                      </a:r>
                      <a:endParaRPr b="1" sz="850" u="none" cap="none" strike="noStrike">
                        <a:solidFill>
                          <a:srgbClr val="00B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/>
                        <a:t>Chi squared</a:t>
                      </a:r>
                      <a:endParaRPr sz="85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H0: Veggies  independent of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H1: Veggies associated with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" sz="850" u="none" cap="none" strike="noStrike">
                          <a:solidFill>
                            <a:srgbClr val="00B000"/>
                          </a:solidFill>
                        </a:rPr>
                        <a:t>True</a:t>
                      </a:r>
                      <a:endParaRPr b="1" sz="850" u="none" cap="none" strike="noStrike">
                        <a:solidFill>
                          <a:srgbClr val="00B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3" name="Google Shape;423;p6"/>
          <p:cNvCxnSpPr/>
          <p:nvPr/>
        </p:nvCxnSpPr>
        <p:spPr>
          <a:xfrm>
            <a:off x="242175" y="208725"/>
            <a:ext cx="6747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424" name="Google Shape;424;p6"/>
          <p:cNvGraphicFramePr/>
          <p:nvPr/>
        </p:nvGraphicFramePr>
        <p:xfrm>
          <a:off x="3160325" y="614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{DFA56113-0C69-4609-9AB1-12FA9E667230}</a:tableStyleId>
              </a:tblPr>
              <a:tblGrid>
                <a:gridCol w="1849550"/>
                <a:gridCol w="1849550"/>
                <a:gridCol w="1849550"/>
              </a:tblGrid>
              <a:tr h="47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/>
                        <a:t>Chi squared</a:t>
                      </a:r>
                      <a:endParaRPr sz="85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H0: HeavyAlcoholConsump independent of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H1: HeavyAlcoholConsump associated with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" sz="850" u="none" cap="none" strike="noStrike">
                          <a:solidFill>
                            <a:srgbClr val="00B000"/>
                          </a:solidFill>
                        </a:rPr>
                        <a:t>True</a:t>
                      </a:r>
                      <a:endParaRPr b="1" sz="850" u="none" cap="none" strike="noStrike">
                        <a:solidFill>
                          <a:srgbClr val="00B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/>
                        <a:t>Chi squared</a:t>
                      </a:r>
                      <a:endParaRPr sz="85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H0: AnyHealthcare independent of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H1: AnyHealthcare associated with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" sz="850" u="none" cap="none" strike="noStrike">
                          <a:solidFill>
                            <a:srgbClr val="00B000"/>
                          </a:solidFill>
                        </a:rPr>
                        <a:t>True</a:t>
                      </a:r>
                      <a:endParaRPr b="1" sz="850" u="none" cap="none" strike="noStrike">
                        <a:solidFill>
                          <a:srgbClr val="00B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/>
                        <a:t>Chi squared</a:t>
                      </a:r>
                      <a:endParaRPr sz="85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H0: NoDocbcCost independent of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H1: NoDocbcCost associated with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" sz="850" u="none" cap="none" strike="noStrike">
                          <a:solidFill>
                            <a:srgbClr val="00B000"/>
                          </a:solidFill>
                        </a:rPr>
                        <a:t>True</a:t>
                      </a:r>
                      <a:endParaRPr b="1" sz="850" u="none" cap="none" strike="noStrike">
                        <a:solidFill>
                          <a:srgbClr val="00B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/>
                        <a:t>Chi squared</a:t>
                      </a:r>
                      <a:endParaRPr sz="85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H0: CholCheck independent of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H1: CholCheck associated with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" sz="850" u="none" cap="none" strike="noStrike">
                          <a:solidFill>
                            <a:srgbClr val="00B000"/>
                          </a:solidFill>
                        </a:rPr>
                        <a:t>True</a:t>
                      </a:r>
                      <a:endParaRPr b="1" sz="850" u="none" cap="none" strike="noStrike">
                        <a:solidFill>
                          <a:srgbClr val="00B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/>
                        <a:t>Chi squared</a:t>
                      </a:r>
                      <a:endParaRPr sz="85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H0: DiffWalk independent of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n" sz="850" u="none" cap="none" strike="noStrike">
                          <a:solidFill>
                            <a:schemeClr val="dk1"/>
                          </a:solidFill>
                        </a:rPr>
                        <a:t>H1: DiffWalk associated with Diabetes</a:t>
                      </a:r>
                      <a:endParaRPr sz="8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n" sz="850" u="none" cap="none" strike="noStrike">
                          <a:solidFill>
                            <a:srgbClr val="00B000"/>
                          </a:solidFill>
                        </a:rPr>
                        <a:t>True</a:t>
                      </a:r>
                      <a:endParaRPr b="1" sz="850" u="none" cap="none" strike="noStrike">
                        <a:solidFill>
                          <a:srgbClr val="00B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5" name="Google Shape;425;p6"/>
          <p:cNvSpPr txBox="1"/>
          <p:nvPr/>
        </p:nvSpPr>
        <p:spPr>
          <a:xfrm>
            <a:off x="155075" y="1543575"/>
            <a:ext cx="2408400" cy="13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consumption of alcohol and high cholesterol are major factors for heart disease which is strongly linked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Diabetes</a:t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" y="0"/>
            <a:ext cx="3079501" cy="2407549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7"/>
          <p:cNvSpPr txBox="1"/>
          <p:nvPr/>
        </p:nvSpPr>
        <p:spPr>
          <a:xfrm>
            <a:off x="50" y="2407550"/>
            <a:ext cx="3079500" cy="32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Imbalanced data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86.066698 ; 1 13.933302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p7" title="Screenshot 2025-10-20 160648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9575" y="0"/>
            <a:ext cx="5879551" cy="273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2733900"/>
            <a:ext cx="5265263" cy="22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7"/>
          <p:cNvSpPr txBox="1"/>
          <p:nvPr/>
        </p:nvSpPr>
        <p:spPr>
          <a:xfrm>
            <a:off x="5740450" y="3435775"/>
            <a:ext cx="29142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GFS Didot"/>
                <a:ea typeface="GFS Didot"/>
                <a:cs typeface="GFS Didot"/>
                <a:sym typeface="GFS Didot"/>
              </a:rPr>
              <a:t>Correlation with diabetes</a:t>
            </a:r>
            <a:endParaRPr b="0" i="0" sz="1900" u="none" cap="none" strike="noStrike">
              <a:solidFill>
                <a:srgbClr val="000000"/>
              </a:solidFill>
              <a:latin typeface="GFS Didot"/>
              <a:ea typeface="GFS Didot"/>
              <a:cs typeface="GFS Didot"/>
              <a:sym typeface="GFS Dido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8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970825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8"/>
          <p:cNvSpPr txBox="1"/>
          <p:nvPr/>
        </p:nvSpPr>
        <p:spPr>
          <a:xfrm>
            <a:off x="3036075" y="20325"/>
            <a:ext cx="6108000" cy="28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Correlation Analysis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Diabetes_binary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shows the strongest positive correlations with 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DiffWalk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(Difficulty Walking/Physical Disability) and 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GenHlth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Self-reported poor health status and physical limitations are the most highly correlated indicators of a positive diabetes.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Multicollinearity: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There are several strong inter-correlations among the health and lifestyle variables, indicating potential 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multicollinearity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Notably: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DiffWalk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(Difficulty Walking) is highly correlated with 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GenHlth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PhyHlth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GenHlth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also strongly correlated with 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PhyHlth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MentHlth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Weak Correlation of Lifestyle Factors: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Most of the traditional 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lifestyle and preventative factors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(like 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Fruits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Veggies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HvyAlcoholConsump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show very weak correlations.</a:t>
            </a:r>
            <a:endParaRPr b="0" i="0" sz="1950" u="none" cap="none" strike="noStrike">
              <a:solidFill>
                <a:srgbClr val="E3E3E3"/>
              </a:solidFill>
              <a:highlight>
                <a:srgbClr val="38383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GenHlth and PhysHlth are highly correlated with each other i.e positively.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GenHlth and Income are highly correlated with each other i.e negaively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1" name="Google Shape;44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724150"/>
            <a:ext cx="2731274" cy="2066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53549" y="3038325"/>
            <a:ext cx="2435831" cy="195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63525" y="3078118"/>
            <a:ext cx="2435825" cy="1873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9"/>
          <p:cNvSpPr txBox="1"/>
          <p:nvPr>
            <p:ph type="title"/>
          </p:nvPr>
        </p:nvSpPr>
        <p:spPr>
          <a:xfrm>
            <a:off x="121800" y="1500750"/>
            <a:ext cx="2838000" cy="21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3200"/>
              <a:t>Preprocessing Done</a:t>
            </a:r>
            <a:endParaRPr sz="3200"/>
          </a:p>
        </p:txBody>
      </p:sp>
      <p:cxnSp>
        <p:nvCxnSpPr>
          <p:cNvPr id="449" name="Google Shape;449;p9"/>
          <p:cNvCxnSpPr/>
          <p:nvPr/>
        </p:nvCxnSpPr>
        <p:spPr>
          <a:xfrm>
            <a:off x="242175" y="208725"/>
            <a:ext cx="6747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0" name="Google Shape;450;p9"/>
          <p:cNvSpPr txBox="1"/>
          <p:nvPr/>
        </p:nvSpPr>
        <p:spPr>
          <a:xfrm>
            <a:off x="3004475" y="209850"/>
            <a:ext cx="5861100" cy="4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Reduced Class Imbalance (SMOTE):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SMOTE mitigates bias toward the majority class, enabling the model to learn meaningful patterns from the minority class (e.g., disease cases), which is critical for </a:t>
            </a: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improving Recall and F1-Score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Enhanced Feature Informativeness (CardioRisk):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Combining </a:t>
            </a:r>
            <a:r>
              <a:rPr b="0" i="0" lang="en" sz="1300" u="none" cap="none" strike="noStrik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HighBP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0" lang="en" sz="1300" u="none" cap="none" strike="noStrik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HighCol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into </a:t>
            </a: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CardioRisk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creates a single, medically stronger, and more </a:t>
            </a: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interpretable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risk indicator, likely leading to a </a:t>
            </a: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 predictive power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cardiovascular outcomes.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Dimensionality Reduction and Stability (Healthy diet):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Merging </a:t>
            </a:r>
            <a:r>
              <a:rPr b="0" i="0" lang="en" sz="1300" u="none" cap="none" strike="noStrik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Fruits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0" lang="en" sz="1300" u="none" cap="none" strike="noStrik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Veggies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into </a:t>
            </a: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Healthy diet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reduces the total feature count, which can </a:t>
            </a: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decrease noise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potential multicollinearity, resulting in a </a:t>
            </a: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robust and stable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model.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Improved Model Convergence (Scaling):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Scaling numeric features ensures all inputs contribute equally to the distance calculations and allows gradient-based algorithms to </a:t>
            </a: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converge faster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achieve better final results.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af2f3d49a0_0_0"/>
          <p:cNvSpPr txBox="1"/>
          <p:nvPr>
            <p:ph type="title"/>
          </p:nvPr>
        </p:nvSpPr>
        <p:spPr>
          <a:xfrm>
            <a:off x="194375" y="299775"/>
            <a:ext cx="2572500" cy="1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Model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Metrics</a:t>
            </a:r>
            <a:endParaRPr/>
          </a:p>
        </p:txBody>
      </p:sp>
      <p:sp>
        <p:nvSpPr>
          <p:cNvPr id="456" name="Google Shape;456;g3af2f3d49a0_0_0"/>
          <p:cNvSpPr/>
          <p:nvPr/>
        </p:nvSpPr>
        <p:spPr>
          <a:xfrm>
            <a:off x="263150" y="156600"/>
            <a:ext cx="565500" cy="92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57" name="Google Shape;457;g3af2f3d49a0_0_0"/>
          <p:cNvGraphicFramePr/>
          <p:nvPr/>
        </p:nvGraphicFramePr>
        <p:xfrm>
          <a:off x="3308625" y="74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{DFA56113-0C69-4609-9AB1-12FA9E667230}</a:tableStyleId>
              </a:tblPr>
              <a:tblGrid>
                <a:gridCol w="2379825"/>
                <a:gridCol w="2510325"/>
              </a:tblGrid>
              <a:tr h="7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Model</a:t>
                      </a:r>
                      <a:endParaRPr sz="1400" u="none" cap="none" strike="noStrike"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Accuracy</a:t>
                      </a:r>
                      <a:endParaRPr sz="1400" u="none" cap="none" strike="noStrike"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</a:tr>
              <a:tr h="48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Logistic Regression</a:t>
                      </a:r>
                      <a:endParaRPr sz="1400" u="none" cap="none" strike="noStrike"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50"/>
                        <a:buFont typeface="Arial"/>
                        <a:buNone/>
                      </a:pPr>
                      <a:r>
                        <a:rPr lang="en" sz="1550" u="none" cap="none" strike="noStrike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0.8658940397350994</a:t>
                      </a:r>
                      <a:endParaRPr sz="1900" u="none" cap="none" strike="noStrike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</a:tr>
              <a:tr h="48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Decision Tree</a:t>
                      </a:r>
                      <a:endParaRPr sz="1400" u="none" cap="none" strike="noStrike"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50"/>
                        <a:buFont typeface="Arial"/>
                        <a:buNone/>
                      </a:pPr>
                      <a:r>
                        <a:rPr lang="en" sz="1550" u="none" cap="none" strike="noStrike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0.8661305581835383</a:t>
                      </a:r>
                      <a:endParaRPr sz="1900" u="none" cap="none" strike="noStrike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</a:tr>
              <a:tr h="48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Bagging</a:t>
                      </a:r>
                      <a:endParaRPr sz="1400" u="none" cap="none" strike="noStrike"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50"/>
                        <a:buFont typeface="Arial"/>
                        <a:buNone/>
                      </a:pPr>
                      <a:r>
                        <a:rPr lang="en" sz="1550" u="none" cap="none" strike="noStrike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0.8662093976663513</a:t>
                      </a:r>
                      <a:endParaRPr sz="1900" u="none" cap="none" strike="noStrike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</a:tr>
              <a:tr h="48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Random Forest</a:t>
                      </a:r>
                      <a:endParaRPr sz="1400" u="none" cap="none" strike="noStrike"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50"/>
                        <a:buFont typeface="Arial"/>
                        <a:buNone/>
                      </a:pPr>
                      <a:r>
                        <a:rPr lang="en" sz="1550" u="none" cap="none" strike="noStrike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0.8580298013245033</a:t>
                      </a:r>
                      <a:endParaRPr sz="1900" u="none" cap="none" strike="noStrike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</a:tr>
              <a:tr h="48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Linear SVM</a:t>
                      </a:r>
                      <a:endParaRPr sz="1400" u="none" cap="none" strike="noStrike"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50"/>
                        <a:buFont typeface="Arial"/>
                        <a:buNone/>
                      </a:pPr>
                      <a:r>
                        <a:rPr lang="en" sz="1550" u="none" cap="none" strike="noStrike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0.864908546199937</a:t>
                      </a:r>
                      <a:endParaRPr sz="1900" u="none" cap="none" strike="noStrike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58" name="Google Shape;458;g3af2f3d49a0_0_0"/>
          <p:cNvSpPr txBox="1"/>
          <p:nvPr/>
        </p:nvSpPr>
        <p:spPr>
          <a:xfrm>
            <a:off x="126275" y="1682600"/>
            <a:ext cx="2708700" cy="28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Data Preparation:</a:t>
            </a:r>
            <a:endParaRPr b="1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b="0" i="0" lang="en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80% for training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b="0" i="0" lang="en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20% for testing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b="0" i="0" lang="en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Each feature is standardized using the training set’s mean and standard deviation to obtain zero-mean and unit-variance values.</a:t>
            </a:r>
            <a:br>
              <a:rPr b="0" i="0" lang="en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b="0" i="0" lang="en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same scaling is applied to the test set to avoid data leakage and ensure fair evaluation.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a60ebedb9b_0_23"/>
          <p:cNvSpPr txBox="1"/>
          <p:nvPr>
            <p:ph type="title"/>
          </p:nvPr>
        </p:nvSpPr>
        <p:spPr>
          <a:xfrm>
            <a:off x="165975" y="872425"/>
            <a:ext cx="2760300" cy="2608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Asymptotic Running Time Complexity</a:t>
            </a:r>
            <a:endParaRPr/>
          </a:p>
        </p:txBody>
      </p:sp>
      <p:sp>
        <p:nvSpPr>
          <p:cNvPr id="464" name="Google Shape;464;g3a60ebedb9b_0_23"/>
          <p:cNvSpPr/>
          <p:nvPr/>
        </p:nvSpPr>
        <p:spPr>
          <a:xfrm>
            <a:off x="263150" y="156600"/>
            <a:ext cx="565500" cy="92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65" name="Google Shape;465;g3a60ebedb9b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4775" y="333750"/>
            <a:ext cx="5912947" cy="24913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66" name="Google Shape;466;g3a60ebedb9b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4775" y="3050000"/>
            <a:ext cx="4701026" cy="165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af2f3d49a0_0_15"/>
          <p:cNvSpPr txBox="1"/>
          <p:nvPr>
            <p:ph type="title"/>
          </p:nvPr>
        </p:nvSpPr>
        <p:spPr>
          <a:xfrm>
            <a:off x="188600" y="365013"/>
            <a:ext cx="2607300" cy="19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3300"/>
              <a:t>Using random projection </a:t>
            </a:r>
            <a:endParaRPr sz="33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3300"/>
              <a:t>JL Lemma</a:t>
            </a:r>
            <a:endParaRPr sz="3300"/>
          </a:p>
        </p:txBody>
      </p:sp>
      <p:sp>
        <p:nvSpPr>
          <p:cNvPr id="472" name="Google Shape;472;g3af2f3d49a0_0_15"/>
          <p:cNvSpPr/>
          <p:nvPr/>
        </p:nvSpPr>
        <p:spPr>
          <a:xfrm>
            <a:off x="263150" y="156600"/>
            <a:ext cx="565500" cy="92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73" name="Google Shape;473;g3af2f3d49a0_0_15"/>
          <p:cNvGraphicFramePr/>
          <p:nvPr/>
        </p:nvGraphicFramePr>
        <p:xfrm>
          <a:off x="3308625" y="74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{DFA56113-0C69-4609-9AB1-12FA9E667230}</a:tableStyleId>
              </a:tblPr>
              <a:tblGrid>
                <a:gridCol w="2379825"/>
                <a:gridCol w="2510325"/>
              </a:tblGrid>
              <a:tr h="7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Model</a:t>
                      </a:r>
                      <a:endParaRPr sz="1400" u="none" cap="none" strike="noStrike"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Accuracy</a:t>
                      </a:r>
                      <a:endParaRPr sz="1400" u="none" cap="none" strike="noStrike"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</a:tr>
              <a:tr h="48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Logistic Regression</a:t>
                      </a:r>
                      <a:endParaRPr sz="1400" u="none" cap="none" strike="noStrike"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50"/>
                        <a:buFont typeface="Arial"/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0.8621688741721855</a:t>
                      </a:r>
                      <a:endParaRPr sz="1550" u="none" cap="none" strike="noStrike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</a:tr>
              <a:tr h="48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Decision Tree</a:t>
                      </a:r>
                      <a:endParaRPr sz="1400" u="none" cap="none" strike="noStrike"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50"/>
                        <a:buFont typeface="Arial"/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0.8619520655944497</a:t>
                      </a:r>
                      <a:endParaRPr sz="1550" u="none" cap="none" strike="noStrike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</a:tr>
              <a:tr h="48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Bagging</a:t>
                      </a:r>
                      <a:endParaRPr sz="1400" u="none" cap="none" strike="noStrike"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50"/>
                        <a:buFont typeface="Arial"/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0.8628192999053926</a:t>
                      </a:r>
                      <a:endParaRPr sz="1550" u="none" cap="none" strike="noStrike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</a:tr>
              <a:tr h="48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Random Forest</a:t>
                      </a:r>
                      <a:endParaRPr sz="1400" u="none" cap="none" strike="noStrike"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50"/>
                        <a:buFont typeface="Arial"/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0.853319142226427</a:t>
                      </a:r>
                      <a:endParaRPr sz="1550" u="none" cap="none" strike="noStrike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</a:tr>
              <a:tr h="48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Linear SVM</a:t>
                      </a:r>
                      <a:endParaRPr sz="1400" u="none" cap="none" strike="noStrike"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50"/>
                        <a:buFont typeface="Arial"/>
                        <a:buNone/>
                      </a:pPr>
                      <a:r>
                        <a:rPr lang="en" sz="155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0.8622082939135919</a:t>
                      </a:r>
                      <a:endParaRPr sz="1550" u="none" cap="none" strike="noStrike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74" name="Google Shape;474;g3af2f3d49a0_0_15"/>
          <p:cNvSpPr txBox="1"/>
          <p:nvPr/>
        </p:nvSpPr>
        <p:spPr>
          <a:xfrm>
            <a:off x="137900" y="2466150"/>
            <a:ext cx="2396700" cy="2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b="1"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Training Dataset Samples &amp; Dimensions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202944,5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b="1"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Test Dataset Samples &amp; Dimensions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50736,5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a60ebedb9b_0_15"/>
          <p:cNvSpPr txBox="1"/>
          <p:nvPr>
            <p:ph type="title"/>
          </p:nvPr>
        </p:nvSpPr>
        <p:spPr>
          <a:xfrm>
            <a:off x="86125" y="814375"/>
            <a:ext cx="2600700" cy="1726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Comparison and Reason for Technique</a:t>
            </a:r>
            <a:endParaRPr sz="3500"/>
          </a:p>
        </p:txBody>
      </p:sp>
      <p:sp>
        <p:nvSpPr>
          <p:cNvPr id="480" name="Google Shape;480;g3a60ebedb9b_0_15"/>
          <p:cNvSpPr/>
          <p:nvPr/>
        </p:nvSpPr>
        <p:spPr>
          <a:xfrm>
            <a:off x="263150" y="156600"/>
            <a:ext cx="565500" cy="92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1" name="Google Shape;481;g3a60ebedb9b_0_15"/>
          <p:cNvSpPr txBox="1"/>
          <p:nvPr/>
        </p:nvSpPr>
        <p:spPr>
          <a:xfrm>
            <a:off x="3308625" y="249000"/>
            <a:ext cx="48900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JL lemma was specifically used because </a:t>
            </a:r>
            <a:r>
              <a:rPr b="1"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it reduces high dimensional data to low dimensional data.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Moreover it also reduces training time because </a:t>
            </a:r>
            <a:r>
              <a:rPr b="1"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Machine learning models tend to scale with dimensionality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We also used scaling techniques such as</a:t>
            </a:r>
            <a:r>
              <a:rPr b="1"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" sz="110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SVD, </a:t>
            </a:r>
            <a:r>
              <a:rPr b="1" lang="en" sz="110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Sampling however JL Lemma gave us the best results.</a:t>
            </a:r>
            <a:endParaRPr b="1" sz="11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82" name="Google Shape;482;g3a60ebedb9b_0_15"/>
          <p:cNvGraphicFramePr/>
          <p:nvPr/>
        </p:nvGraphicFramePr>
        <p:xfrm>
          <a:off x="3308625" y="1381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{DFA56113-0C69-4609-9AB1-12FA9E667230}</a:tableStyleId>
              </a:tblPr>
              <a:tblGrid>
                <a:gridCol w="2379825"/>
                <a:gridCol w="2510325"/>
              </a:tblGrid>
              <a:tr h="70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Accuracy (Before)</a:t>
                      </a:r>
                      <a:endParaRPr sz="1400" u="none" cap="none" strike="noStrike"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Accuracy( After </a:t>
                      </a:r>
                      <a:r>
                        <a:rPr lang="en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JL)</a:t>
                      </a:r>
                      <a:endParaRPr sz="1400" u="none" cap="none" strike="noStrike"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</a:tr>
              <a:tr h="48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5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0.8658940397350994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5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0.8621688741721855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8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5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0.8661305581835383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5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0.8619520655944497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8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5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0.8662093976663513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5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0.8628192999053926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8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5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0.8580298013245033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5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0.853319142226427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8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5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0.864908546199937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5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0.8622082939135919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a60ebedb9b_0_34"/>
          <p:cNvSpPr txBox="1"/>
          <p:nvPr>
            <p:ph type="title"/>
          </p:nvPr>
        </p:nvSpPr>
        <p:spPr>
          <a:xfrm>
            <a:off x="136950" y="1004850"/>
            <a:ext cx="2912700" cy="1726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comparison</a:t>
            </a:r>
            <a:endParaRPr/>
          </a:p>
        </p:txBody>
      </p:sp>
      <p:graphicFrame>
        <p:nvGraphicFramePr>
          <p:cNvPr id="488" name="Google Shape;488;g3a60ebedb9b_0_34"/>
          <p:cNvGraphicFramePr/>
          <p:nvPr/>
        </p:nvGraphicFramePr>
        <p:xfrm>
          <a:off x="3163500" y="24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{DFA56113-0C69-4609-9AB1-12FA9E667230}</a:tableStyleId>
              </a:tblPr>
              <a:tblGrid>
                <a:gridCol w="1174225"/>
                <a:gridCol w="1724700"/>
                <a:gridCol w="1666500"/>
                <a:gridCol w="1267825"/>
              </a:tblGrid>
              <a:tr h="70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Model</a:t>
                      </a:r>
                      <a:endParaRPr sz="1200" u="none" cap="none" strike="noStrike"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Time (without JL)</a:t>
                      </a:r>
                      <a:endParaRPr sz="1200" u="none" cap="none" strike="noStrike"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Time (after JL)</a:t>
                      </a:r>
                      <a:endParaRPr sz="1200" u="none" cap="none" strike="noStrike"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Improvement( %)</a:t>
                      </a:r>
                      <a:endParaRPr sz="1200"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Logistic Regression</a:t>
                      </a:r>
                      <a:endParaRPr sz="1200" u="none" cap="none" strike="noStrike"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5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0.584057092666626</a:t>
                      </a:r>
                      <a:endParaRPr sz="1100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0.1747820377349853</a:t>
                      </a:r>
                      <a:endParaRPr sz="1100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70.08%</a:t>
                      </a:r>
                      <a:endParaRPr b="1" sz="1100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Decision Tree</a:t>
                      </a:r>
                      <a:endParaRPr sz="1200" u="none" cap="none" strike="noStrike"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5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0.6907291412353516</a:t>
                      </a:r>
                      <a:endParaRPr sz="1100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0.357586145401001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48.23%</a:t>
                      </a:r>
                      <a:endParaRPr b="1" sz="1100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Bagging</a:t>
                      </a:r>
                      <a:endParaRPr sz="1200" u="none" cap="none" strike="noStrike"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5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9.244103908538818</a:t>
                      </a:r>
                      <a:endParaRPr sz="1100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2.677006483078003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71.03%</a:t>
                      </a:r>
                      <a:endParaRPr b="1" sz="1100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Random Forest</a:t>
                      </a:r>
                      <a:endParaRPr sz="1200" u="none" cap="none" strike="noStrike"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5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11.80523800849914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6</a:t>
                      </a:r>
                      <a:endParaRPr sz="1100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3.7088234424591064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68.58%</a:t>
                      </a:r>
                      <a:endParaRPr b="1" sz="1100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Linear SVM</a:t>
                      </a:r>
                      <a:endParaRPr sz="1200" u="none" cap="none" strike="noStrike"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5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4.106787443161011</a:t>
                      </a:r>
                      <a:endParaRPr sz="1100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0.06987905502319336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98.30%</a:t>
                      </a:r>
                      <a:endParaRPr b="1" sz="1100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489" name="Google Shape;489;g3a60ebedb9b_0_34"/>
          <p:cNvSpPr/>
          <p:nvPr/>
        </p:nvSpPr>
        <p:spPr>
          <a:xfrm>
            <a:off x="263150" y="156600"/>
            <a:ext cx="565500" cy="92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0" name="Google Shape;490;g3a60ebedb9b_0_34"/>
          <p:cNvSpPr txBox="1"/>
          <p:nvPr/>
        </p:nvSpPr>
        <p:spPr>
          <a:xfrm>
            <a:off x="3245575" y="3770725"/>
            <a:ext cx="4302000" cy="11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1" name="Google Shape;491;g3a60ebedb9b_0_34"/>
          <p:cNvSpPr txBox="1"/>
          <p:nvPr/>
        </p:nvSpPr>
        <p:spPr>
          <a:xfrm>
            <a:off x="3163500" y="3618375"/>
            <a:ext cx="5143500" cy="11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Average improvement performance is approximately </a:t>
            </a: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71.2%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a60ebedb9b_2_3"/>
          <p:cNvSpPr txBox="1"/>
          <p:nvPr>
            <p:ph type="title"/>
          </p:nvPr>
        </p:nvSpPr>
        <p:spPr>
          <a:xfrm>
            <a:off x="90075" y="1002625"/>
            <a:ext cx="3080700" cy="279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Conclusion</a:t>
            </a:r>
            <a:endParaRPr sz="3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      And </a:t>
            </a:r>
            <a:endParaRPr sz="3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Future Work</a:t>
            </a:r>
            <a:endParaRPr sz="3800"/>
          </a:p>
        </p:txBody>
      </p:sp>
      <p:sp>
        <p:nvSpPr>
          <p:cNvPr id="497" name="Google Shape;497;g3a60ebedb9b_2_3"/>
          <p:cNvSpPr/>
          <p:nvPr/>
        </p:nvSpPr>
        <p:spPr>
          <a:xfrm>
            <a:off x="263150" y="156600"/>
            <a:ext cx="565500" cy="92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8" name="Google Shape;498;g3a60ebedb9b_2_3"/>
          <p:cNvSpPr txBox="1"/>
          <p:nvPr/>
        </p:nvSpPr>
        <p:spPr>
          <a:xfrm>
            <a:off x="3170775" y="156600"/>
            <a:ext cx="54618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GFS Didot"/>
                <a:ea typeface="GFS Didot"/>
                <a:cs typeface="GFS Didot"/>
                <a:sym typeface="GFS Didot"/>
              </a:rPr>
              <a:t>Logistic Regression achieved an accuracy of approximately </a:t>
            </a:r>
            <a:r>
              <a:rPr b="1" lang="en" sz="1500">
                <a:latin typeface="GFS Didot"/>
                <a:ea typeface="GFS Didot"/>
                <a:cs typeface="GFS Didot"/>
                <a:sym typeface="GFS Didot"/>
              </a:rPr>
              <a:t>86%</a:t>
            </a:r>
            <a:r>
              <a:rPr lang="en" sz="1500">
                <a:latin typeface="GFS Didot"/>
                <a:ea typeface="GFS Didot"/>
                <a:cs typeface="GFS Didot"/>
                <a:sym typeface="GFS Didot"/>
              </a:rPr>
              <a:t>, which is comparable to other models.Despite similar accuracy across models, Logistic Regression was preferred due to its </a:t>
            </a:r>
            <a:r>
              <a:rPr b="1" lang="en" sz="1500">
                <a:latin typeface="GFS Didot"/>
                <a:ea typeface="GFS Didot"/>
                <a:cs typeface="GFS Didot"/>
                <a:sym typeface="GFS Didot"/>
              </a:rPr>
              <a:t> faster training time and simpler model structure</a:t>
            </a:r>
            <a:r>
              <a:rPr lang="en" sz="1500">
                <a:latin typeface="GFS Didot"/>
                <a:ea typeface="GFS Didot"/>
                <a:cs typeface="GFS Didot"/>
                <a:sym typeface="GFS Didot"/>
              </a:rPr>
              <a:t>.</a:t>
            </a:r>
            <a:endParaRPr sz="1500">
              <a:solidFill>
                <a:srgbClr val="FF0000"/>
              </a:solidFill>
              <a:latin typeface="GFS Didot"/>
              <a:ea typeface="GFS Didot"/>
              <a:cs typeface="GFS Didot"/>
              <a:sym typeface="GFS Didot"/>
            </a:endParaRPr>
          </a:p>
        </p:txBody>
      </p:sp>
      <p:sp>
        <p:nvSpPr>
          <p:cNvPr id="499" name="Google Shape;499;g3a60ebedb9b_2_3"/>
          <p:cNvSpPr txBox="1"/>
          <p:nvPr/>
        </p:nvSpPr>
        <p:spPr>
          <a:xfrm rot="-369">
            <a:off x="3170775" y="2120993"/>
            <a:ext cx="5582400" cy="26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GFS Didot"/>
                <a:ea typeface="GFS Didot"/>
                <a:cs typeface="GFS Didot"/>
                <a:sym typeface="GFS Didot"/>
              </a:rPr>
              <a:t>Future Work:</a:t>
            </a:r>
            <a:endParaRPr b="1" sz="1500">
              <a:latin typeface="GFS Didot"/>
              <a:ea typeface="GFS Didot"/>
              <a:cs typeface="GFS Didot"/>
              <a:sym typeface="GFS Dido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GFS Didot"/>
                <a:ea typeface="GFS Didot"/>
                <a:cs typeface="GFS Didot"/>
                <a:sym typeface="GFS Didot"/>
              </a:rPr>
              <a:t>1. </a:t>
            </a:r>
            <a:r>
              <a:rPr b="1" lang="en" sz="1500">
                <a:latin typeface="GFS Didot"/>
                <a:ea typeface="GFS Didot"/>
                <a:cs typeface="GFS Didot"/>
                <a:sym typeface="GFS Didot"/>
              </a:rPr>
              <a:t>Compare JL Projection with PCA</a:t>
            </a:r>
            <a:endParaRPr b="1" sz="1500">
              <a:latin typeface="GFS Didot"/>
              <a:ea typeface="GFS Didot"/>
              <a:cs typeface="GFS Didot"/>
              <a:sym typeface="GFS Dido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GFS Didot"/>
                <a:ea typeface="GFS Didot"/>
                <a:cs typeface="GFS Didot"/>
                <a:sym typeface="GFS Didot"/>
              </a:rPr>
              <a:t>2. Optimize the Random Projection Dimension:</a:t>
            </a:r>
            <a:r>
              <a:rPr lang="en" sz="1500">
                <a:latin typeface="GFS Didot"/>
                <a:ea typeface="GFS Didot"/>
                <a:cs typeface="GFS Didot"/>
                <a:sym typeface="GFS Didot"/>
              </a:rPr>
              <a:t>Experiment with different random projection dimensions to further reduce computation while preserving accuracy.</a:t>
            </a:r>
            <a:endParaRPr sz="1500">
              <a:latin typeface="GFS Didot"/>
              <a:ea typeface="GFS Didot"/>
              <a:cs typeface="GFS Didot"/>
              <a:sym typeface="GFS Dido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GFS Didot"/>
                <a:ea typeface="GFS Didot"/>
                <a:cs typeface="GFS Didot"/>
                <a:sym typeface="GFS Didot"/>
              </a:rPr>
              <a:t>3</a:t>
            </a:r>
            <a:r>
              <a:rPr lang="en" sz="1500">
                <a:latin typeface="GFS Didot"/>
                <a:ea typeface="GFS Didot"/>
                <a:cs typeface="GFS Didot"/>
                <a:sym typeface="GFS Didot"/>
              </a:rPr>
              <a:t>.</a:t>
            </a:r>
            <a:r>
              <a:rPr b="1" lang="en" sz="1500">
                <a:latin typeface="GFS Didot"/>
                <a:ea typeface="GFS Didot"/>
                <a:cs typeface="GFS Didot"/>
                <a:sym typeface="GFS Didot"/>
              </a:rPr>
              <a:t>Improve Handling of Class Imbalance:</a:t>
            </a:r>
            <a:endParaRPr b="1" sz="1500">
              <a:latin typeface="GFS Didot"/>
              <a:ea typeface="GFS Didot"/>
              <a:cs typeface="GFS Didot"/>
              <a:sym typeface="GFS Dido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GFS Didot"/>
                <a:ea typeface="GFS Didot"/>
                <a:cs typeface="GFS Didot"/>
                <a:sym typeface="GFS Didot"/>
              </a:rPr>
              <a:t>Although SMOTE was used to address class imbalance, future work can evaluate </a:t>
            </a:r>
            <a:r>
              <a:rPr b="1" lang="en" sz="1500">
                <a:latin typeface="GFS Didot"/>
                <a:ea typeface="GFS Didot"/>
                <a:cs typeface="GFS Didot"/>
                <a:sym typeface="GFS Didot"/>
              </a:rPr>
              <a:t>advanced imbalance-handling techniques</a:t>
            </a:r>
            <a:r>
              <a:rPr lang="en" sz="1500">
                <a:latin typeface="GFS Didot"/>
                <a:ea typeface="GFS Didot"/>
                <a:cs typeface="GFS Didot"/>
                <a:sym typeface="GFS Didot"/>
              </a:rPr>
              <a:t> such as class-weighted loss functions or ensemble methods tailored for imbalanced data, with a focus on improving </a:t>
            </a:r>
            <a:r>
              <a:rPr b="1" lang="en" sz="1500">
                <a:latin typeface="GFS Didot"/>
                <a:ea typeface="GFS Didot"/>
                <a:cs typeface="GFS Didot"/>
                <a:sym typeface="GFS Didot"/>
              </a:rPr>
              <a:t>recall and F1-score</a:t>
            </a:r>
            <a:r>
              <a:rPr lang="en" sz="1500">
                <a:latin typeface="GFS Didot"/>
                <a:ea typeface="GFS Didot"/>
                <a:cs typeface="GFS Didot"/>
                <a:sym typeface="GFS Didot"/>
              </a:rPr>
              <a:t> for diabetes prediction.</a:t>
            </a:r>
            <a:endParaRPr sz="1500">
              <a:latin typeface="GFS Didot"/>
              <a:ea typeface="GFS Didot"/>
              <a:cs typeface="GFS Didot"/>
              <a:sym typeface="GFS Dido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GFS Didot"/>
              <a:ea typeface="GFS Didot"/>
              <a:cs typeface="GFS Didot"/>
              <a:sym typeface="GFS Didot"/>
            </a:endParaRPr>
          </a:p>
        </p:txBody>
      </p:sp>
      <p:sp>
        <p:nvSpPr>
          <p:cNvPr id="500" name="Google Shape;500;g3a60ebedb9b_2_3"/>
          <p:cNvSpPr txBox="1"/>
          <p:nvPr/>
        </p:nvSpPr>
        <p:spPr>
          <a:xfrm>
            <a:off x="3170775" y="1244700"/>
            <a:ext cx="5646900" cy="8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GFS Didot"/>
                <a:ea typeface="GFS Didot"/>
                <a:cs typeface="GFS Didot"/>
                <a:sym typeface="GFS Didot"/>
              </a:rPr>
              <a:t>Applying </a:t>
            </a:r>
            <a:r>
              <a:rPr b="1" lang="en" sz="1500">
                <a:latin typeface="GFS Didot"/>
                <a:ea typeface="GFS Didot"/>
                <a:cs typeface="GFS Didot"/>
                <a:sym typeface="GFS Didot"/>
              </a:rPr>
              <a:t>random projection based on the JL Lemma</a:t>
            </a:r>
            <a:r>
              <a:rPr lang="en" sz="1500">
                <a:latin typeface="GFS Didot"/>
                <a:ea typeface="GFS Didot"/>
                <a:cs typeface="GFS Didot"/>
                <a:sym typeface="GFS Didot"/>
              </a:rPr>
              <a:t> resulted in only a </a:t>
            </a:r>
            <a:r>
              <a:rPr b="1" lang="en" sz="1500">
                <a:latin typeface="GFS Didot"/>
                <a:ea typeface="GFS Didot"/>
                <a:cs typeface="GFS Didot"/>
                <a:sym typeface="GFS Didot"/>
              </a:rPr>
              <a:t>slight decrease in accuracy</a:t>
            </a:r>
            <a:r>
              <a:rPr lang="en" sz="1500">
                <a:latin typeface="GFS Didot"/>
                <a:ea typeface="GFS Didot"/>
                <a:cs typeface="GFS Didot"/>
                <a:sym typeface="GFS Didot"/>
              </a:rPr>
              <a:t>, indicating that most of the important information in the data was preserved.</a:t>
            </a:r>
            <a:endParaRPr sz="1500">
              <a:solidFill>
                <a:schemeClr val="dk1"/>
              </a:solidFill>
              <a:latin typeface="GFS Didot"/>
              <a:ea typeface="GFS Didot"/>
              <a:cs typeface="GFS Didot"/>
              <a:sym typeface="GFS Dido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Yellow">
  <a:themeElements>
    <a:clrScheme name="Simple Light">
      <a:dk1>
        <a:srgbClr val="202124"/>
      </a:dk1>
      <a:lt1>
        <a:srgbClr val="FDFDFD"/>
      </a:lt1>
      <a:dk2>
        <a:srgbClr val="F2F2F2"/>
      </a:dk2>
      <a:lt2>
        <a:srgbClr val="999999"/>
      </a:lt2>
      <a:accent1>
        <a:srgbClr val="F9F933"/>
      </a:accent1>
      <a:accent2>
        <a:srgbClr val="FBFB74"/>
      </a:accent2>
      <a:accent3>
        <a:srgbClr val="FDFDC4"/>
      </a:accent3>
      <a:accent4>
        <a:srgbClr val="EDED07"/>
      </a:accent4>
      <a:accent5>
        <a:srgbClr val="DBDAD7"/>
      </a:accent5>
      <a:accent6>
        <a:srgbClr val="5A5959"/>
      </a:accent6>
      <a:hlink>
        <a:srgbClr val="20212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